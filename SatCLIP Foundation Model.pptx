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  <p:sldId id="267" r:id="rId14"/>
    <p:sldId id="269" r:id="rId15"/>
    <p:sldId id="268" r:id="rId16"/>
    <p:sldId id="273" r:id="rId17"/>
    <p:sldId id="271" r:id="rId18"/>
    <p:sldId id="274" r:id="rId19"/>
    <p:sldId id="275" r:id="rId20"/>
    <p:sldId id="272" r:id="rId21"/>
    <p:sldId id="276" r:id="rId22"/>
    <p:sldId id="277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292FD1-E567-4E27-8F67-15E67A50B85D}" v="133" dt="2025-11-24T21:28:05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thee Mary Wangari" userId="5db8347e-42b8-4b65-b7d3-33df5cba0d92" providerId="ADAL" clId="{7046AE64-A725-4449-AF2E-0390C90CB133}"/>
    <pc:docChg chg="undo custSel addSld delSld modSld sldOrd">
      <pc:chgData name="Muthee Mary Wangari" userId="5db8347e-42b8-4b65-b7d3-33df5cba0d92" providerId="ADAL" clId="{7046AE64-A725-4449-AF2E-0390C90CB133}" dt="2025-11-24T21:28:12.191" v="2476" actId="21"/>
      <pc:docMkLst>
        <pc:docMk/>
      </pc:docMkLst>
      <pc:sldChg chg="addSp modSp mod">
        <pc:chgData name="Muthee Mary Wangari" userId="5db8347e-42b8-4b65-b7d3-33df5cba0d92" providerId="ADAL" clId="{7046AE64-A725-4449-AF2E-0390C90CB133}" dt="2025-11-24T17:55:32.225" v="1123" actId="164"/>
        <pc:sldMkLst>
          <pc:docMk/>
          <pc:sldMk cId="2400780001" sldId="257"/>
        </pc:sldMkLst>
        <pc:grpChg chg="add mod">
          <ac:chgData name="Muthee Mary Wangari" userId="5db8347e-42b8-4b65-b7d3-33df5cba0d92" providerId="ADAL" clId="{7046AE64-A725-4449-AF2E-0390C90CB133}" dt="2025-11-24T17:55:32.225" v="1123" actId="164"/>
          <ac:grpSpMkLst>
            <pc:docMk/>
            <pc:sldMk cId="2400780001" sldId="257"/>
            <ac:grpSpMk id="31" creationId="{2928FDC6-4724-5879-EDE1-D3D92BCD75BB}"/>
          </ac:grpSpMkLst>
        </pc:grpChg>
        <pc:picChg chg="add mod">
          <ac:chgData name="Muthee Mary Wangari" userId="5db8347e-42b8-4b65-b7d3-33df5cba0d92" providerId="ADAL" clId="{7046AE64-A725-4449-AF2E-0390C90CB133}" dt="2025-11-24T17:55:32.225" v="1123" actId="164"/>
          <ac:picMkLst>
            <pc:docMk/>
            <pc:sldMk cId="2400780001" sldId="257"/>
            <ac:picMk id="24" creationId="{70C4643A-836B-D1E1-2F18-6CFBEF3604A9}"/>
          </ac:picMkLst>
        </pc:picChg>
        <pc:picChg chg="add mod">
          <ac:chgData name="Muthee Mary Wangari" userId="5db8347e-42b8-4b65-b7d3-33df5cba0d92" providerId="ADAL" clId="{7046AE64-A725-4449-AF2E-0390C90CB133}" dt="2025-11-24T17:55:32.225" v="1123" actId="164"/>
          <ac:picMkLst>
            <pc:docMk/>
            <pc:sldMk cId="2400780001" sldId="257"/>
            <ac:picMk id="26" creationId="{447F2C22-1C2E-53D6-37A8-D32B32148825}"/>
          </ac:picMkLst>
        </pc:picChg>
        <pc:picChg chg="add mod">
          <ac:chgData name="Muthee Mary Wangari" userId="5db8347e-42b8-4b65-b7d3-33df5cba0d92" providerId="ADAL" clId="{7046AE64-A725-4449-AF2E-0390C90CB133}" dt="2025-11-24T17:55:32.225" v="1123" actId="164"/>
          <ac:picMkLst>
            <pc:docMk/>
            <pc:sldMk cId="2400780001" sldId="257"/>
            <ac:picMk id="28" creationId="{8DC0D6DD-32E6-6B36-F423-4D63FB2E3B52}"/>
          </ac:picMkLst>
        </pc:picChg>
        <pc:picChg chg="add mod">
          <ac:chgData name="Muthee Mary Wangari" userId="5db8347e-42b8-4b65-b7d3-33df5cba0d92" providerId="ADAL" clId="{7046AE64-A725-4449-AF2E-0390C90CB133}" dt="2025-11-24T17:55:32.225" v="1123" actId="164"/>
          <ac:picMkLst>
            <pc:docMk/>
            <pc:sldMk cId="2400780001" sldId="257"/>
            <ac:picMk id="30" creationId="{C3C78000-DC8B-C8C2-7E0C-232400F4DE07}"/>
          </ac:picMkLst>
        </pc:picChg>
      </pc:sldChg>
      <pc:sldChg chg="addSp delSp modSp mod">
        <pc:chgData name="Muthee Mary Wangari" userId="5db8347e-42b8-4b65-b7d3-33df5cba0d92" providerId="ADAL" clId="{7046AE64-A725-4449-AF2E-0390C90CB133}" dt="2025-11-24T17:57:04.420" v="1140" actId="14100"/>
        <pc:sldMkLst>
          <pc:docMk/>
          <pc:sldMk cId="329979594" sldId="258"/>
        </pc:sldMkLst>
        <pc:grpChg chg="add del mod">
          <ac:chgData name="Muthee Mary Wangari" userId="5db8347e-42b8-4b65-b7d3-33df5cba0d92" providerId="ADAL" clId="{7046AE64-A725-4449-AF2E-0390C90CB133}" dt="2025-11-24T17:55:52.020" v="1127" actId="165"/>
          <ac:grpSpMkLst>
            <pc:docMk/>
            <pc:sldMk cId="329979594" sldId="258"/>
            <ac:grpSpMk id="7" creationId="{332BB673-EF45-8A1D-D1B5-13E29B885131}"/>
          </ac:grpSpMkLst>
        </pc:grpChg>
        <pc:grpChg chg="add del mod">
          <ac:chgData name="Muthee Mary Wangari" userId="5db8347e-42b8-4b65-b7d3-33df5cba0d92" providerId="ADAL" clId="{7046AE64-A725-4449-AF2E-0390C90CB133}" dt="2025-11-24T17:57:04.420" v="1140" actId="14100"/>
          <ac:grpSpMkLst>
            <pc:docMk/>
            <pc:sldMk cId="329979594" sldId="258"/>
            <ac:grpSpMk id="24" creationId="{89B622B8-3D3C-BC8B-06F9-1461F3C2D71A}"/>
          </ac:grpSpMkLst>
        </pc:grpChg>
        <pc:picChg chg="del mod topLvl">
          <ac:chgData name="Muthee Mary Wangari" userId="5db8347e-42b8-4b65-b7d3-33df5cba0d92" providerId="ADAL" clId="{7046AE64-A725-4449-AF2E-0390C90CB133}" dt="2025-11-24T17:56:53.500" v="1137" actId="478"/>
          <ac:picMkLst>
            <pc:docMk/>
            <pc:sldMk cId="329979594" sldId="258"/>
            <ac:picMk id="8" creationId="{ADD9760E-1B11-F899-5017-19C0E964FCCC}"/>
          </ac:picMkLst>
        </pc:picChg>
        <pc:picChg chg="del mod topLvl">
          <ac:chgData name="Muthee Mary Wangari" userId="5db8347e-42b8-4b65-b7d3-33df5cba0d92" providerId="ADAL" clId="{7046AE64-A725-4449-AF2E-0390C90CB133}" dt="2025-11-24T17:56:53.500" v="1137" actId="478"/>
          <ac:picMkLst>
            <pc:docMk/>
            <pc:sldMk cId="329979594" sldId="258"/>
            <ac:picMk id="10" creationId="{84E87CD9-EEC7-6C34-6D1A-53453D217984}"/>
          </ac:picMkLst>
        </pc:picChg>
        <pc:picChg chg="del mod topLvl">
          <ac:chgData name="Muthee Mary Wangari" userId="5db8347e-42b8-4b65-b7d3-33df5cba0d92" providerId="ADAL" clId="{7046AE64-A725-4449-AF2E-0390C90CB133}" dt="2025-11-24T17:56:53.500" v="1137" actId="478"/>
          <ac:picMkLst>
            <pc:docMk/>
            <pc:sldMk cId="329979594" sldId="258"/>
            <ac:picMk id="12" creationId="{B405F327-D4F5-0911-019A-CD37D9ACB005}"/>
          </ac:picMkLst>
        </pc:picChg>
        <pc:picChg chg="mod topLvl">
          <ac:chgData name="Muthee Mary Wangari" userId="5db8347e-42b8-4b65-b7d3-33df5cba0d92" providerId="ADAL" clId="{7046AE64-A725-4449-AF2E-0390C90CB133}" dt="2025-11-24T17:56:27.966" v="1131" actId="164"/>
          <ac:picMkLst>
            <pc:docMk/>
            <pc:sldMk cId="329979594" sldId="258"/>
            <ac:picMk id="16" creationId="{D6B42A7A-4B8B-9928-6DE2-C4D6DF2A018C}"/>
          </ac:picMkLst>
        </pc:picChg>
        <pc:picChg chg="add mod">
          <ac:chgData name="Muthee Mary Wangari" userId="5db8347e-42b8-4b65-b7d3-33df5cba0d92" providerId="ADAL" clId="{7046AE64-A725-4449-AF2E-0390C90CB133}" dt="2025-11-24T17:56:27.966" v="1131" actId="164"/>
          <ac:picMkLst>
            <pc:docMk/>
            <pc:sldMk cId="329979594" sldId="258"/>
            <ac:picMk id="17" creationId="{80DC32D7-B8C8-7B3B-ADDE-D9E4E3F83450}"/>
          </ac:picMkLst>
        </pc:picChg>
        <pc:picChg chg="add mod">
          <ac:chgData name="Muthee Mary Wangari" userId="5db8347e-42b8-4b65-b7d3-33df5cba0d92" providerId="ADAL" clId="{7046AE64-A725-4449-AF2E-0390C90CB133}" dt="2025-11-24T17:56:27.966" v="1131" actId="164"/>
          <ac:picMkLst>
            <pc:docMk/>
            <pc:sldMk cId="329979594" sldId="258"/>
            <ac:picMk id="19" creationId="{763939A1-8569-C162-D8B8-AEE8D620F051}"/>
          </ac:picMkLst>
        </pc:picChg>
        <pc:picChg chg="add mod">
          <ac:chgData name="Muthee Mary Wangari" userId="5db8347e-42b8-4b65-b7d3-33df5cba0d92" providerId="ADAL" clId="{7046AE64-A725-4449-AF2E-0390C90CB133}" dt="2025-11-24T17:56:27.966" v="1131" actId="164"/>
          <ac:picMkLst>
            <pc:docMk/>
            <pc:sldMk cId="329979594" sldId="258"/>
            <ac:picMk id="21" creationId="{E0D9637C-66FF-8399-F29A-57808AA73F04}"/>
          </ac:picMkLst>
        </pc:picChg>
      </pc:sldChg>
      <pc:sldChg chg="addSp modSp mod">
        <pc:chgData name="Muthee Mary Wangari" userId="5db8347e-42b8-4b65-b7d3-33df5cba0d92" providerId="ADAL" clId="{7046AE64-A725-4449-AF2E-0390C90CB133}" dt="2025-11-24T17:57:10.433" v="1141"/>
        <pc:sldMkLst>
          <pc:docMk/>
          <pc:sldMk cId="1313349728" sldId="259"/>
        </pc:sldMkLst>
        <pc:spChg chg="mod">
          <ac:chgData name="Muthee Mary Wangari" userId="5db8347e-42b8-4b65-b7d3-33df5cba0d92" providerId="ADAL" clId="{7046AE64-A725-4449-AF2E-0390C90CB133}" dt="2025-11-24T15:51:32.881" v="2" actId="1076"/>
          <ac:spMkLst>
            <pc:docMk/>
            <pc:sldMk cId="1313349728" sldId="259"/>
            <ac:spMk id="4" creationId="{96836182-9287-057F-B870-5FD05230ECF5}"/>
          </ac:spMkLst>
        </pc:spChg>
        <pc:spChg chg="mod">
          <ac:chgData name="Muthee Mary Wangari" userId="5db8347e-42b8-4b65-b7d3-33df5cba0d92" providerId="ADAL" clId="{7046AE64-A725-4449-AF2E-0390C90CB133}" dt="2025-11-24T15:51:40.916" v="4" actId="1076"/>
          <ac:spMkLst>
            <pc:docMk/>
            <pc:sldMk cId="1313349728" sldId="259"/>
            <ac:spMk id="6" creationId="{AFC09F4D-1236-9346-E4EA-815E36DFC5B3}"/>
          </ac:spMkLst>
        </pc:spChg>
        <pc:grpChg chg="add mod">
          <ac:chgData name="Muthee Mary Wangari" userId="5db8347e-42b8-4b65-b7d3-33df5cba0d92" providerId="ADAL" clId="{7046AE64-A725-4449-AF2E-0390C90CB133}" dt="2025-11-24T17:57:10.433" v="1141"/>
          <ac:grpSpMkLst>
            <pc:docMk/>
            <pc:sldMk cId="1313349728" sldId="259"/>
            <ac:grpSpMk id="7" creationId="{2AA52762-1825-D3B3-A3B3-AF414A3734E0}"/>
          </ac:grpSpMkLst>
        </pc:grpChg>
        <pc:picChg chg="mod">
          <ac:chgData name="Muthee Mary Wangari" userId="5db8347e-42b8-4b65-b7d3-33df5cba0d92" providerId="ADAL" clId="{7046AE64-A725-4449-AF2E-0390C90CB133}" dt="2025-11-24T17:57:10.433" v="1141"/>
          <ac:picMkLst>
            <pc:docMk/>
            <pc:sldMk cId="1313349728" sldId="259"/>
            <ac:picMk id="8" creationId="{EF5AF1E8-B175-F600-0E0D-54F00A75568D}"/>
          </ac:picMkLst>
        </pc:picChg>
        <pc:picChg chg="mod">
          <ac:chgData name="Muthee Mary Wangari" userId="5db8347e-42b8-4b65-b7d3-33df5cba0d92" providerId="ADAL" clId="{7046AE64-A725-4449-AF2E-0390C90CB133}" dt="2025-11-24T17:57:10.433" v="1141"/>
          <ac:picMkLst>
            <pc:docMk/>
            <pc:sldMk cId="1313349728" sldId="259"/>
            <ac:picMk id="10" creationId="{9B93EA4F-13A4-4612-3C45-EFA9C10E775D}"/>
          </ac:picMkLst>
        </pc:picChg>
        <pc:picChg chg="mod">
          <ac:chgData name="Muthee Mary Wangari" userId="5db8347e-42b8-4b65-b7d3-33df5cba0d92" providerId="ADAL" clId="{7046AE64-A725-4449-AF2E-0390C90CB133}" dt="2025-11-24T17:57:10.433" v="1141"/>
          <ac:picMkLst>
            <pc:docMk/>
            <pc:sldMk cId="1313349728" sldId="259"/>
            <ac:picMk id="12" creationId="{AD077398-D950-BF2A-AA2D-061E866D68B5}"/>
          </ac:picMkLst>
        </pc:picChg>
        <pc:picChg chg="mod">
          <ac:chgData name="Muthee Mary Wangari" userId="5db8347e-42b8-4b65-b7d3-33df5cba0d92" providerId="ADAL" clId="{7046AE64-A725-4449-AF2E-0390C90CB133}" dt="2025-11-24T17:57:10.433" v="1141"/>
          <ac:picMkLst>
            <pc:docMk/>
            <pc:sldMk cId="1313349728" sldId="259"/>
            <ac:picMk id="13" creationId="{ACAC3643-04A4-6160-8558-10BA885ACA8C}"/>
          </ac:picMkLst>
        </pc:picChg>
      </pc:sldChg>
      <pc:sldChg chg="addSp modSp">
        <pc:chgData name="Muthee Mary Wangari" userId="5db8347e-42b8-4b65-b7d3-33df5cba0d92" providerId="ADAL" clId="{7046AE64-A725-4449-AF2E-0390C90CB133}" dt="2025-11-24T17:57:14.989" v="1142"/>
        <pc:sldMkLst>
          <pc:docMk/>
          <pc:sldMk cId="788886652" sldId="260"/>
        </pc:sldMkLst>
        <pc:grpChg chg="add mod">
          <ac:chgData name="Muthee Mary Wangari" userId="5db8347e-42b8-4b65-b7d3-33df5cba0d92" providerId="ADAL" clId="{7046AE64-A725-4449-AF2E-0390C90CB133}" dt="2025-11-24T17:57:14.989" v="1142"/>
          <ac:grpSpMkLst>
            <pc:docMk/>
            <pc:sldMk cId="788886652" sldId="260"/>
            <ac:grpSpMk id="10" creationId="{0A3EBDC4-E3FF-AD5E-5399-6EBD6B8B1F82}"/>
          </ac:grpSpMkLst>
        </pc:grpChg>
        <pc:picChg chg="mod">
          <ac:chgData name="Muthee Mary Wangari" userId="5db8347e-42b8-4b65-b7d3-33df5cba0d92" providerId="ADAL" clId="{7046AE64-A725-4449-AF2E-0390C90CB133}" dt="2025-11-24T17:57:14.989" v="1142"/>
          <ac:picMkLst>
            <pc:docMk/>
            <pc:sldMk cId="788886652" sldId="260"/>
            <ac:picMk id="11" creationId="{255267F9-FCF3-B4AC-98DC-7671598ABFBD}"/>
          </ac:picMkLst>
        </pc:picChg>
        <pc:picChg chg="mod">
          <ac:chgData name="Muthee Mary Wangari" userId="5db8347e-42b8-4b65-b7d3-33df5cba0d92" providerId="ADAL" clId="{7046AE64-A725-4449-AF2E-0390C90CB133}" dt="2025-11-24T17:57:14.989" v="1142"/>
          <ac:picMkLst>
            <pc:docMk/>
            <pc:sldMk cId="788886652" sldId="260"/>
            <ac:picMk id="12" creationId="{17D504C1-3B86-6CD5-1804-4A8208762097}"/>
          </ac:picMkLst>
        </pc:picChg>
        <pc:picChg chg="mod">
          <ac:chgData name="Muthee Mary Wangari" userId="5db8347e-42b8-4b65-b7d3-33df5cba0d92" providerId="ADAL" clId="{7046AE64-A725-4449-AF2E-0390C90CB133}" dt="2025-11-24T17:57:14.989" v="1142"/>
          <ac:picMkLst>
            <pc:docMk/>
            <pc:sldMk cId="788886652" sldId="260"/>
            <ac:picMk id="13" creationId="{D3AFD38D-1382-DF83-EF85-A5A394B7117A}"/>
          </ac:picMkLst>
        </pc:picChg>
        <pc:picChg chg="mod">
          <ac:chgData name="Muthee Mary Wangari" userId="5db8347e-42b8-4b65-b7d3-33df5cba0d92" providerId="ADAL" clId="{7046AE64-A725-4449-AF2E-0390C90CB133}" dt="2025-11-24T17:57:14.989" v="1142"/>
          <ac:picMkLst>
            <pc:docMk/>
            <pc:sldMk cId="788886652" sldId="260"/>
            <ac:picMk id="15" creationId="{1C222EA7-4F55-B550-6F4F-549DE14DEBDD}"/>
          </ac:picMkLst>
        </pc:picChg>
      </pc:sldChg>
      <pc:sldChg chg="addSp delSp modSp new mod setBg">
        <pc:chgData name="Muthee Mary Wangari" userId="5db8347e-42b8-4b65-b7d3-33df5cba0d92" providerId="ADAL" clId="{7046AE64-A725-4449-AF2E-0390C90CB133}" dt="2025-11-24T17:57:23.227" v="1143"/>
        <pc:sldMkLst>
          <pc:docMk/>
          <pc:sldMk cId="893012173" sldId="261"/>
        </pc:sldMkLst>
        <pc:spChg chg="mod">
          <ac:chgData name="Muthee Mary Wangari" userId="5db8347e-42b8-4b65-b7d3-33df5cba0d92" providerId="ADAL" clId="{7046AE64-A725-4449-AF2E-0390C90CB133}" dt="2025-11-24T17:00:22.112" v="215" actId="26606"/>
          <ac:spMkLst>
            <pc:docMk/>
            <pc:sldMk cId="893012173" sldId="261"/>
            <ac:spMk id="2" creationId="{A13989FE-7A9A-5C0B-84A6-C7559FE20801}"/>
          </ac:spMkLst>
        </pc:spChg>
        <pc:spChg chg="mod ord">
          <ac:chgData name="Muthee Mary Wangari" userId="5db8347e-42b8-4b65-b7d3-33df5cba0d92" providerId="ADAL" clId="{7046AE64-A725-4449-AF2E-0390C90CB133}" dt="2025-11-24T17:00:22.112" v="215" actId="26606"/>
          <ac:spMkLst>
            <pc:docMk/>
            <pc:sldMk cId="893012173" sldId="261"/>
            <ac:spMk id="3" creationId="{A0A16A2E-F661-99E4-50DC-A847173C0DA3}"/>
          </ac:spMkLst>
        </pc:spChg>
        <pc:spChg chg="add del">
          <ac:chgData name="Muthee Mary Wangari" userId="5db8347e-42b8-4b65-b7d3-33df5cba0d92" providerId="ADAL" clId="{7046AE64-A725-4449-AF2E-0390C90CB133}" dt="2025-11-24T17:00:22.094" v="214" actId="26606"/>
          <ac:spMkLst>
            <pc:docMk/>
            <pc:sldMk cId="893012173" sldId="261"/>
            <ac:spMk id="10" creationId="{DBDA151C-5770-45E4-AAFF-59E7F403866D}"/>
          </ac:spMkLst>
        </pc:spChg>
        <pc:spChg chg="add">
          <ac:chgData name="Muthee Mary Wangari" userId="5db8347e-42b8-4b65-b7d3-33df5cba0d92" providerId="ADAL" clId="{7046AE64-A725-4449-AF2E-0390C90CB133}" dt="2025-11-24T17:00:22.112" v="215" actId="26606"/>
          <ac:spMkLst>
            <pc:docMk/>
            <pc:sldMk cId="893012173" sldId="261"/>
            <ac:spMk id="14" creationId="{744CAA32-F237-419C-A2DD-43C28D920D3C}"/>
          </ac:spMkLst>
        </pc:spChg>
        <pc:grpChg chg="add mod">
          <ac:chgData name="Muthee Mary Wangari" userId="5db8347e-42b8-4b65-b7d3-33df5cba0d92" providerId="ADAL" clId="{7046AE64-A725-4449-AF2E-0390C90CB133}" dt="2025-11-24T17:57:23.227" v="1143"/>
          <ac:grpSpMkLst>
            <pc:docMk/>
            <pc:sldMk cId="893012173" sldId="261"/>
            <ac:grpSpMk id="6" creationId="{1449399D-6714-AD3E-0E22-3FB50C83258C}"/>
          </ac:grpSpMkLst>
        </pc:grpChg>
        <pc:picChg chg="add mod">
          <ac:chgData name="Muthee Mary Wangari" userId="5db8347e-42b8-4b65-b7d3-33df5cba0d92" providerId="ADAL" clId="{7046AE64-A725-4449-AF2E-0390C90CB133}" dt="2025-11-24T17:00:22.112" v="215" actId="26606"/>
          <ac:picMkLst>
            <pc:docMk/>
            <pc:sldMk cId="893012173" sldId="261"/>
            <ac:picMk id="5" creationId="{6CDCDB08-81FF-F384-44CE-8DD68F29BE73}"/>
          </ac:picMkLst>
        </pc:picChg>
        <pc:picChg chg="mod">
          <ac:chgData name="Muthee Mary Wangari" userId="5db8347e-42b8-4b65-b7d3-33df5cba0d92" providerId="ADAL" clId="{7046AE64-A725-4449-AF2E-0390C90CB133}" dt="2025-11-24T17:57:23.227" v="1143"/>
          <ac:picMkLst>
            <pc:docMk/>
            <pc:sldMk cId="893012173" sldId="261"/>
            <ac:picMk id="7" creationId="{85BF5770-9D14-77B0-4A06-A28B8E3AAB93}"/>
          </ac:picMkLst>
        </pc:picChg>
        <pc:picChg chg="mod">
          <ac:chgData name="Muthee Mary Wangari" userId="5db8347e-42b8-4b65-b7d3-33df5cba0d92" providerId="ADAL" clId="{7046AE64-A725-4449-AF2E-0390C90CB133}" dt="2025-11-24T17:57:23.227" v="1143"/>
          <ac:picMkLst>
            <pc:docMk/>
            <pc:sldMk cId="893012173" sldId="261"/>
            <ac:picMk id="8" creationId="{72A7A8D7-BBAE-9E01-AF37-9B3F7B69084D}"/>
          </ac:picMkLst>
        </pc:picChg>
        <pc:picChg chg="mod">
          <ac:chgData name="Muthee Mary Wangari" userId="5db8347e-42b8-4b65-b7d3-33df5cba0d92" providerId="ADAL" clId="{7046AE64-A725-4449-AF2E-0390C90CB133}" dt="2025-11-24T17:57:23.227" v="1143"/>
          <ac:picMkLst>
            <pc:docMk/>
            <pc:sldMk cId="893012173" sldId="261"/>
            <ac:picMk id="9" creationId="{53EE7A4F-2E88-69A8-E458-88100DA5D27F}"/>
          </ac:picMkLst>
        </pc:picChg>
        <pc:picChg chg="mod">
          <ac:chgData name="Muthee Mary Wangari" userId="5db8347e-42b8-4b65-b7d3-33df5cba0d92" providerId="ADAL" clId="{7046AE64-A725-4449-AF2E-0390C90CB133}" dt="2025-11-24T17:57:23.227" v="1143"/>
          <ac:picMkLst>
            <pc:docMk/>
            <pc:sldMk cId="893012173" sldId="261"/>
            <ac:picMk id="11" creationId="{D5EB7651-6CA7-5465-D791-E9561E21A4BE}"/>
          </ac:picMkLst>
        </pc:picChg>
        <pc:cxnChg chg="add del">
          <ac:chgData name="Muthee Mary Wangari" userId="5db8347e-42b8-4b65-b7d3-33df5cba0d92" providerId="ADAL" clId="{7046AE64-A725-4449-AF2E-0390C90CB133}" dt="2025-11-24T17:00:22.094" v="214" actId="26606"/>
          <ac:cxnSpMkLst>
            <pc:docMk/>
            <pc:sldMk cId="893012173" sldId="261"/>
            <ac:cxnSpMk id="12" creationId="{2EA0F4A6-3CC9-C9E2-BA02-58FA29F7DD8E}"/>
          </ac:cxnSpMkLst>
        </pc:cxnChg>
        <pc:cxnChg chg="add">
          <ac:chgData name="Muthee Mary Wangari" userId="5db8347e-42b8-4b65-b7d3-33df5cba0d92" providerId="ADAL" clId="{7046AE64-A725-4449-AF2E-0390C90CB133}" dt="2025-11-24T17:00:22.112" v="215" actId="26606"/>
          <ac:cxnSpMkLst>
            <pc:docMk/>
            <pc:sldMk cId="893012173" sldId="261"/>
            <ac:cxnSpMk id="15" creationId="{92025DBA-8780-9CA0-2826-FF6E3BD1A0C9}"/>
          </ac:cxnSpMkLst>
        </pc:cxnChg>
      </pc:sldChg>
      <pc:sldChg chg="addSp delSp modSp new mod setBg">
        <pc:chgData name="Muthee Mary Wangari" userId="5db8347e-42b8-4b65-b7d3-33df5cba0d92" providerId="ADAL" clId="{7046AE64-A725-4449-AF2E-0390C90CB133}" dt="2025-11-24T17:57:27.701" v="1144"/>
        <pc:sldMkLst>
          <pc:docMk/>
          <pc:sldMk cId="463616198" sldId="262"/>
        </pc:sldMkLst>
        <pc:spChg chg="mod">
          <ac:chgData name="Muthee Mary Wangari" userId="5db8347e-42b8-4b65-b7d3-33df5cba0d92" providerId="ADAL" clId="{7046AE64-A725-4449-AF2E-0390C90CB133}" dt="2025-11-24T17:09:40.624" v="281" actId="26606"/>
          <ac:spMkLst>
            <pc:docMk/>
            <pc:sldMk cId="463616198" sldId="262"/>
            <ac:spMk id="2" creationId="{57ECC8A2-0E83-EB51-D957-5E408313D4B6}"/>
          </ac:spMkLst>
        </pc:spChg>
        <pc:spChg chg="mod">
          <ac:chgData name="Muthee Mary Wangari" userId="5db8347e-42b8-4b65-b7d3-33df5cba0d92" providerId="ADAL" clId="{7046AE64-A725-4449-AF2E-0390C90CB133}" dt="2025-11-24T17:13:15.893" v="335" actId="14100"/>
          <ac:spMkLst>
            <pc:docMk/>
            <pc:sldMk cId="463616198" sldId="262"/>
            <ac:spMk id="3" creationId="{427077D3-1D53-3612-F8CF-ADF182465820}"/>
          </ac:spMkLst>
        </pc:spChg>
        <pc:spChg chg="add mod ord">
          <ac:chgData name="Muthee Mary Wangari" userId="5db8347e-42b8-4b65-b7d3-33df5cba0d92" providerId="ADAL" clId="{7046AE64-A725-4449-AF2E-0390C90CB133}" dt="2025-11-24T17:13:03.968" v="332" actId="1076"/>
          <ac:spMkLst>
            <pc:docMk/>
            <pc:sldMk cId="463616198" sldId="262"/>
            <ac:spMk id="6" creationId="{9C2CCE64-CCFE-EAF3-F295-808B02A05511}"/>
          </ac:spMkLst>
        </pc:spChg>
        <pc:spChg chg="add">
          <ac:chgData name="Muthee Mary Wangari" userId="5db8347e-42b8-4b65-b7d3-33df5cba0d92" providerId="ADAL" clId="{7046AE64-A725-4449-AF2E-0390C90CB133}" dt="2025-11-24T17:09:40.624" v="281" actId="26606"/>
          <ac:spMkLst>
            <pc:docMk/>
            <pc:sldMk cId="463616198" sldId="262"/>
            <ac:spMk id="10" creationId="{744CAA32-F237-419C-A2DD-43C28D920D3C}"/>
          </ac:spMkLst>
        </pc:spChg>
        <pc:grpChg chg="add mod">
          <ac:chgData name="Muthee Mary Wangari" userId="5db8347e-42b8-4b65-b7d3-33df5cba0d92" providerId="ADAL" clId="{7046AE64-A725-4449-AF2E-0390C90CB133}" dt="2025-11-24T17:57:27.701" v="1144"/>
          <ac:grpSpMkLst>
            <pc:docMk/>
            <pc:sldMk cId="463616198" sldId="262"/>
            <ac:grpSpMk id="11" creationId="{0B5171F5-385E-5CC7-FFEB-174FE10D5E07}"/>
          </ac:grpSpMkLst>
        </pc:grpChg>
        <pc:picChg chg="add del mod">
          <ac:chgData name="Muthee Mary Wangari" userId="5db8347e-42b8-4b65-b7d3-33df5cba0d92" providerId="ADAL" clId="{7046AE64-A725-4449-AF2E-0390C90CB133}" dt="2025-11-24T17:12:24.306" v="318" actId="21"/>
          <ac:picMkLst>
            <pc:docMk/>
            <pc:sldMk cId="463616198" sldId="262"/>
            <ac:picMk id="5" creationId="{4B941722-3795-5F8B-3E6E-646CEE60FD31}"/>
          </ac:picMkLst>
        </pc:picChg>
        <pc:picChg chg="add del">
          <ac:chgData name="Muthee Mary Wangari" userId="5db8347e-42b8-4b65-b7d3-33df5cba0d92" providerId="ADAL" clId="{7046AE64-A725-4449-AF2E-0390C90CB133}" dt="2025-11-24T17:12:29.267" v="320" actId="21"/>
          <ac:picMkLst>
            <pc:docMk/>
            <pc:sldMk cId="463616198" sldId="262"/>
            <ac:picMk id="7" creationId="{435DDE88-9500-91F8-4AB2-BACC11EB3922}"/>
          </ac:picMkLst>
        </pc:picChg>
        <pc:picChg chg="add mod">
          <ac:chgData name="Muthee Mary Wangari" userId="5db8347e-42b8-4b65-b7d3-33df5cba0d92" providerId="ADAL" clId="{7046AE64-A725-4449-AF2E-0390C90CB133}" dt="2025-11-24T17:12:52.789" v="329" actId="1076"/>
          <ac:picMkLst>
            <pc:docMk/>
            <pc:sldMk cId="463616198" sldId="262"/>
            <ac:picMk id="9" creationId="{B28656F0-599D-317D-02B6-E47390E6CA43}"/>
          </ac:picMkLst>
        </pc:picChg>
        <pc:picChg chg="mod">
          <ac:chgData name="Muthee Mary Wangari" userId="5db8347e-42b8-4b65-b7d3-33df5cba0d92" providerId="ADAL" clId="{7046AE64-A725-4449-AF2E-0390C90CB133}" dt="2025-11-24T17:57:27.701" v="1144"/>
          <ac:picMkLst>
            <pc:docMk/>
            <pc:sldMk cId="463616198" sldId="262"/>
            <ac:picMk id="13" creationId="{7FB99951-0F56-15D0-725A-4EC7ABA59AB0}"/>
          </ac:picMkLst>
        </pc:picChg>
        <pc:picChg chg="mod">
          <ac:chgData name="Muthee Mary Wangari" userId="5db8347e-42b8-4b65-b7d3-33df5cba0d92" providerId="ADAL" clId="{7046AE64-A725-4449-AF2E-0390C90CB133}" dt="2025-11-24T17:57:27.701" v="1144"/>
          <ac:picMkLst>
            <pc:docMk/>
            <pc:sldMk cId="463616198" sldId="262"/>
            <ac:picMk id="14" creationId="{0C21B00F-4B0F-820E-B514-C41D1B081890}"/>
          </ac:picMkLst>
        </pc:picChg>
        <pc:picChg chg="mod">
          <ac:chgData name="Muthee Mary Wangari" userId="5db8347e-42b8-4b65-b7d3-33df5cba0d92" providerId="ADAL" clId="{7046AE64-A725-4449-AF2E-0390C90CB133}" dt="2025-11-24T17:57:27.701" v="1144"/>
          <ac:picMkLst>
            <pc:docMk/>
            <pc:sldMk cId="463616198" sldId="262"/>
            <ac:picMk id="15" creationId="{00BC42E9-9988-2C0D-5913-A0A3E21802A9}"/>
          </ac:picMkLst>
        </pc:picChg>
        <pc:picChg chg="mod">
          <ac:chgData name="Muthee Mary Wangari" userId="5db8347e-42b8-4b65-b7d3-33df5cba0d92" providerId="ADAL" clId="{7046AE64-A725-4449-AF2E-0390C90CB133}" dt="2025-11-24T17:57:27.701" v="1144"/>
          <ac:picMkLst>
            <pc:docMk/>
            <pc:sldMk cId="463616198" sldId="262"/>
            <ac:picMk id="16" creationId="{4ACF7D95-4089-E6AC-B71C-2DED14BC9A9D}"/>
          </ac:picMkLst>
        </pc:picChg>
        <pc:cxnChg chg="add">
          <ac:chgData name="Muthee Mary Wangari" userId="5db8347e-42b8-4b65-b7d3-33df5cba0d92" providerId="ADAL" clId="{7046AE64-A725-4449-AF2E-0390C90CB133}" dt="2025-11-24T17:09:40.624" v="281" actId="26606"/>
          <ac:cxnSpMkLst>
            <pc:docMk/>
            <pc:sldMk cId="463616198" sldId="262"/>
            <ac:cxnSpMk id="12" creationId="{92025DBA-8780-9CA0-2826-FF6E3BD1A0C9}"/>
          </ac:cxnSpMkLst>
        </pc:cxnChg>
      </pc:sldChg>
      <pc:sldChg chg="addSp modSp new del mod">
        <pc:chgData name="Muthee Mary Wangari" userId="5db8347e-42b8-4b65-b7d3-33df5cba0d92" providerId="ADAL" clId="{7046AE64-A725-4449-AF2E-0390C90CB133}" dt="2025-11-24T17:16:23.406" v="372" actId="2696"/>
        <pc:sldMkLst>
          <pc:docMk/>
          <pc:sldMk cId="1338759166" sldId="263"/>
        </pc:sldMkLst>
        <pc:spChg chg="mod">
          <ac:chgData name="Muthee Mary Wangari" userId="5db8347e-42b8-4b65-b7d3-33df5cba0d92" providerId="ADAL" clId="{7046AE64-A725-4449-AF2E-0390C90CB133}" dt="2025-11-24T17:13:37.929" v="349" actId="1076"/>
          <ac:spMkLst>
            <pc:docMk/>
            <pc:sldMk cId="1338759166" sldId="263"/>
            <ac:spMk id="2" creationId="{256AAC9E-BA52-50C5-7009-72D50D5CC1E1}"/>
          </ac:spMkLst>
        </pc:spChg>
        <pc:spChg chg="mod">
          <ac:chgData name="Muthee Mary Wangari" userId="5db8347e-42b8-4b65-b7d3-33df5cba0d92" providerId="ADAL" clId="{7046AE64-A725-4449-AF2E-0390C90CB133}" dt="2025-11-24T17:16:13.477" v="360" actId="20577"/>
          <ac:spMkLst>
            <pc:docMk/>
            <pc:sldMk cId="1338759166" sldId="263"/>
            <ac:spMk id="3" creationId="{D4D13093-F618-EC8C-EA00-C916FF2DD484}"/>
          </ac:spMkLst>
        </pc:spChg>
        <pc:spChg chg="add">
          <ac:chgData name="Muthee Mary Wangari" userId="5db8347e-42b8-4b65-b7d3-33df5cba0d92" providerId="ADAL" clId="{7046AE64-A725-4449-AF2E-0390C90CB133}" dt="2025-11-24T17:15:59.991" v="356"/>
          <ac:spMkLst>
            <pc:docMk/>
            <pc:sldMk cId="1338759166" sldId="263"/>
            <ac:spMk id="4" creationId="{CCB6A95B-687E-7C15-D756-EC0433FDB9E5}"/>
          </ac:spMkLst>
        </pc:spChg>
      </pc:sldChg>
      <pc:sldChg chg="addSp delSp modSp new mod setBg">
        <pc:chgData name="Muthee Mary Wangari" userId="5db8347e-42b8-4b65-b7d3-33df5cba0d92" providerId="ADAL" clId="{7046AE64-A725-4449-AF2E-0390C90CB133}" dt="2025-11-24T17:57:31.729" v="1145"/>
        <pc:sldMkLst>
          <pc:docMk/>
          <pc:sldMk cId="3383797109" sldId="264"/>
        </pc:sldMkLst>
        <pc:spChg chg="mod ord">
          <ac:chgData name="Muthee Mary Wangari" userId="5db8347e-42b8-4b65-b7d3-33df5cba0d92" providerId="ADAL" clId="{7046AE64-A725-4449-AF2E-0390C90CB133}" dt="2025-11-24T17:22:26.578" v="409" actId="26606"/>
          <ac:spMkLst>
            <pc:docMk/>
            <pc:sldMk cId="3383797109" sldId="264"/>
            <ac:spMk id="2" creationId="{ED7E25FC-B25D-A4AE-B0A8-20B08F20C118}"/>
          </ac:spMkLst>
        </pc:spChg>
        <pc:spChg chg="mod">
          <ac:chgData name="Muthee Mary Wangari" userId="5db8347e-42b8-4b65-b7d3-33df5cba0d92" providerId="ADAL" clId="{7046AE64-A725-4449-AF2E-0390C90CB133}" dt="2025-11-24T17:24:38.207" v="553" actId="20577"/>
          <ac:spMkLst>
            <pc:docMk/>
            <pc:sldMk cId="3383797109" sldId="264"/>
            <ac:spMk id="3" creationId="{355399B3-01BF-F7CC-47FA-C762C4A909BF}"/>
          </ac:spMkLst>
        </pc:spChg>
        <pc:spChg chg="add del">
          <ac:chgData name="Muthee Mary Wangari" userId="5db8347e-42b8-4b65-b7d3-33df5cba0d92" providerId="ADAL" clId="{7046AE64-A725-4449-AF2E-0390C90CB133}" dt="2025-11-24T17:21:07.720" v="389" actId="26606"/>
          <ac:spMkLst>
            <pc:docMk/>
            <pc:sldMk cId="3383797109" sldId="264"/>
            <ac:spMk id="9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17:21:12.113" v="391" actId="26606"/>
          <ac:spMkLst>
            <pc:docMk/>
            <pc:sldMk cId="3383797109" sldId="264"/>
            <ac:spMk id="13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17:22:26.578" v="409" actId="26606"/>
          <ac:spMkLst>
            <pc:docMk/>
            <pc:sldMk cId="3383797109" sldId="264"/>
            <ac:spMk id="17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17:21:24.938" v="394" actId="26606"/>
          <ac:spMkLst>
            <pc:docMk/>
            <pc:sldMk cId="3383797109" sldId="264"/>
            <ac:spMk id="24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17:21:24.938" v="394" actId="26606"/>
          <ac:spMkLst>
            <pc:docMk/>
            <pc:sldMk cId="3383797109" sldId="264"/>
            <ac:spMk id="26" creationId="{0225C01B-A296-4FAA-AA46-794F27DF6934}"/>
          </ac:spMkLst>
        </pc:spChg>
        <pc:spChg chg="add del">
          <ac:chgData name="Muthee Mary Wangari" userId="5db8347e-42b8-4b65-b7d3-33df5cba0d92" providerId="ADAL" clId="{7046AE64-A725-4449-AF2E-0390C90CB133}" dt="2025-11-24T17:21:41.662" v="396" actId="26606"/>
          <ac:spMkLst>
            <pc:docMk/>
            <pc:sldMk cId="3383797109" sldId="264"/>
            <ac:spMk id="30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17:21:44.413" v="398" actId="26606"/>
          <ac:spMkLst>
            <pc:docMk/>
            <pc:sldMk cId="3383797109" sldId="264"/>
            <ac:spMk id="33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17:21:47.707" v="400" actId="26606"/>
          <ac:spMkLst>
            <pc:docMk/>
            <pc:sldMk cId="3383797109" sldId="264"/>
            <ac:spMk id="36" creationId="{89BBA96D-760C-44C0-B94F-3FDC8357B2C8}"/>
          </ac:spMkLst>
        </pc:spChg>
        <pc:spChg chg="add del">
          <ac:chgData name="Muthee Mary Wangari" userId="5db8347e-42b8-4b65-b7d3-33df5cba0d92" providerId="ADAL" clId="{7046AE64-A725-4449-AF2E-0390C90CB133}" dt="2025-11-24T17:21:47.707" v="400" actId="26606"/>
          <ac:spMkLst>
            <pc:docMk/>
            <pc:sldMk cId="3383797109" sldId="264"/>
            <ac:spMk id="37" creationId="{EAA5F1BF-F733-47EA-A79A-01F3AD5A7988}"/>
          </ac:spMkLst>
        </pc:spChg>
        <pc:spChg chg="add del">
          <ac:chgData name="Muthee Mary Wangari" userId="5db8347e-42b8-4b65-b7d3-33df5cba0d92" providerId="ADAL" clId="{7046AE64-A725-4449-AF2E-0390C90CB133}" dt="2025-11-24T17:22:00.017" v="402" actId="26606"/>
          <ac:spMkLst>
            <pc:docMk/>
            <pc:sldMk cId="3383797109" sldId="264"/>
            <ac:spMk id="40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17:22:00.017" v="402" actId="26606"/>
          <ac:spMkLst>
            <pc:docMk/>
            <pc:sldMk cId="3383797109" sldId="264"/>
            <ac:spMk id="41" creationId="{F7017262-EEEC-4F5E-917D-A55E68A1194C}"/>
          </ac:spMkLst>
        </pc:spChg>
        <pc:spChg chg="add del">
          <ac:chgData name="Muthee Mary Wangari" userId="5db8347e-42b8-4b65-b7d3-33df5cba0d92" providerId="ADAL" clId="{7046AE64-A725-4449-AF2E-0390C90CB133}" dt="2025-11-24T17:22:08.973" v="404" actId="26606"/>
          <ac:spMkLst>
            <pc:docMk/>
            <pc:sldMk cId="3383797109" sldId="264"/>
            <ac:spMk id="44" creationId="{89BBA96D-760C-44C0-B94F-3FDC8357B2C8}"/>
          </ac:spMkLst>
        </pc:spChg>
        <pc:spChg chg="add del">
          <ac:chgData name="Muthee Mary Wangari" userId="5db8347e-42b8-4b65-b7d3-33df5cba0d92" providerId="ADAL" clId="{7046AE64-A725-4449-AF2E-0390C90CB133}" dt="2025-11-24T17:22:08.973" v="404" actId="26606"/>
          <ac:spMkLst>
            <pc:docMk/>
            <pc:sldMk cId="3383797109" sldId="264"/>
            <ac:spMk id="45" creationId="{EAA5F1BF-F733-47EA-A79A-01F3AD5A7988}"/>
          </ac:spMkLst>
        </pc:spChg>
        <pc:spChg chg="add del">
          <ac:chgData name="Muthee Mary Wangari" userId="5db8347e-42b8-4b65-b7d3-33df5cba0d92" providerId="ADAL" clId="{7046AE64-A725-4449-AF2E-0390C90CB133}" dt="2025-11-24T17:22:25.693" v="408" actId="26606"/>
          <ac:spMkLst>
            <pc:docMk/>
            <pc:sldMk cId="3383797109" sldId="264"/>
            <ac:spMk id="48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17:22:25.693" v="408" actId="26606"/>
          <ac:spMkLst>
            <pc:docMk/>
            <pc:sldMk cId="3383797109" sldId="264"/>
            <ac:spMk id="49" creationId="{0225C01B-A296-4FAA-AA46-794F27DF6934}"/>
          </ac:spMkLst>
        </pc:spChg>
        <pc:spChg chg="add del">
          <ac:chgData name="Muthee Mary Wangari" userId="5db8347e-42b8-4b65-b7d3-33df5cba0d92" providerId="ADAL" clId="{7046AE64-A725-4449-AF2E-0390C90CB133}" dt="2025-11-24T17:22:24.012" v="407" actId="26606"/>
          <ac:spMkLst>
            <pc:docMk/>
            <pc:sldMk cId="3383797109" sldId="264"/>
            <ac:spMk id="55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17:22:24.012" v="407" actId="26606"/>
          <ac:spMkLst>
            <pc:docMk/>
            <pc:sldMk cId="3383797109" sldId="264"/>
            <ac:spMk id="57" creationId="{0225C01B-A296-4FAA-AA46-794F27DF6934}"/>
          </ac:spMkLst>
        </pc:spChg>
        <pc:grpChg chg="add mod">
          <ac:chgData name="Muthee Mary Wangari" userId="5db8347e-42b8-4b65-b7d3-33df5cba0d92" providerId="ADAL" clId="{7046AE64-A725-4449-AF2E-0390C90CB133}" dt="2025-11-24T17:57:31.729" v="1145"/>
          <ac:grpSpMkLst>
            <pc:docMk/>
            <pc:sldMk cId="3383797109" sldId="264"/>
            <ac:grpSpMk id="4" creationId="{3E0AF34D-4456-5C93-5E50-480706CF6EC8}"/>
          </ac:grpSpMkLst>
        </pc:grpChg>
        <pc:picChg chg="add del">
          <ac:chgData name="Muthee Mary Wangari" userId="5db8347e-42b8-4b65-b7d3-33df5cba0d92" providerId="ADAL" clId="{7046AE64-A725-4449-AF2E-0390C90CB133}" dt="2025-11-24T17:21:07.720" v="389" actId="26606"/>
          <ac:picMkLst>
            <pc:docMk/>
            <pc:sldMk cId="3383797109" sldId="264"/>
            <ac:picMk id="5" creationId="{47A48D3A-7E86-AA11-9600-C0C881ED1E91}"/>
          </ac:picMkLst>
        </pc:picChg>
        <pc:picChg chg="mod">
          <ac:chgData name="Muthee Mary Wangari" userId="5db8347e-42b8-4b65-b7d3-33df5cba0d92" providerId="ADAL" clId="{7046AE64-A725-4449-AF2E-0390C90CB133}" dt="2025-11-24T17:57:31.729" v="1145"/>
          <ac:picMkLst>
            <pc:docMk/>
            <pc:sldMk cId="3383797109" sldId="264"/>
            <ac:picMk id="6" creationId="{41E2826C-2B06-6C1D-1D3A-335BA4BAE982}"/>
          </ac:picMkLst>
        </pc:picChg>
        <pc:picChg chg="mod">
          <ac:chgData name="Muthee Mary Wangari" userId="5db8347e-42b8-4b65-b7d3-33df5cba0d92" providerId="ADAL" clId="{7046AE64-A725-4449-AF2E-0390C90CB133}" dt="2025-11-24T17:57:31.729" v="1145"/>
          <ac:picMkLst>
            <pc:docMk/>
            <pc:sldMk cId="3383797109" sldId="264"/>
            <ac:picMk id="7" creationId="{F829ED3D-EB34-FC78-226C-6BDC8054C3CE}"/>
          </ac:picMkLst>
        </pc:picChg>
        <pc:picChg chg="mod">
          <ac:chgData name="Muthee Mary Wangari" userId="5db8347e-42b8-4b65-b7d3-33df5cba0d92" providerId="ADAL" clId="{7046AE64-A725-4449-AF2E-0390C90CB133}" dt="2025-11-24T17:57:31.729" v="1145"/>
          <ac:picMkLst>
            <pc:docMk/>
            <pc:sldMk cId="3383797109" sldId="264"/>
            <ac:picMk id="8" creationId="{83925B63-5211-4386-94A9-0CF6E21A681C}"/>
          </ac:picMkLst>
        </pc:picChg>
        <pc:picChg chg="mod">
          <ac:chgData name="Muthee Mary Wangari" userId="5db8347e-42b8-4b65-b7d3-33df5cba0d92" providerId="ADAL" clId="{7046AE64-A725-4449-AF2E-0390C90CB133}" dt="2025-11-24T17:57:31.729" v="1145"/>
          <ac:picMkLst>
            <pc:docMk/>
            <pc:sldMk cId="3383797109" sldId="264"/>
            <ac:picMk id="10" creationId="{D37A44C1-23F9-C188-9F93-4BA5419A1343}"/>
          </ac:picMkLst>
        </pc:picChg>
        <pc:picChg chg="add del">
          <ac:chgData name="Muthee Mary Wangari" userId="5db8347e-42b8-4b65-b7d3-33df5cba0d92" providerId="ADAL" clId="{7046AE64-A725-4449-AF2E-0390C90CB133}" dt="2025-11-24T17:21:12.113" v="391" actId="26606"/>
          <ac:picMkLst>
            <pc:docMk/>
            <pc:sldMk cId="3383797109" sldId="264"/>
            <ac:picMk id="15" creationId="{9DD64E09-66AA-BAF3-CE0C-BF7C23473827}"/>
          </ac:picMkLst>
        </pc:picChg>
        <pc:picChg chg="add del mod ord">
          <ac:chgData name="Muthee Mary Wangari" userId="5db8347e-42b8-4b65-b7d3-33df5cba0d92" providerId="ADAL" clId="{7046AE64-A725-4449-AF2E-0390C90CB133}" dt="2025-11-24T17:22:26.578" v="409" actId="26606"/>
          <ac:picMkLst>
            <pc:docMk/>
            <pc:sldMk cId="3383797109" sldId="264"/>
            <ac:picMk id="18" creationId="{47A48D3A-7E86-AA11-9600-C0C881ED1E91}"/>
          </ac:picMkLst>
        </pc:picChg>
        <pc:cxnChg chg="add del">
          <ac:chgData name="Muthee Mary Wangari" userId="5db8347e-42b8-4b65-b7d3-33df5cba0d92" providerId="ADAL" clId="{7046AE64-A725-4449-AF2E-0390C90CB133}" dt="2025-11-24T17:21:07.720" v="389" actId="26606"/>
          <ac:cxnSpMkLst>
            <pc:docMk/>
            <pc:sldMk cId="3383797109" sldId="264"/>
            <ac:cxnSpMk id="11" creationId="{691422F5-4221-4812-AFD9-5479C6D60AD9}"/>
          </ac:cxnSpMkLst>
        </pc:cxnChg>
        <pc:cxnChg chg="add del">
          <ac:chgData name="Muthee Mary Wangari" userId="5db8347e-42b8-4b65-b7d3-33df5cba0d92" providerId="ADAL" clId="{7046AE64-A725-4449-AF2E-0390C90CB133}" dt="2025-11-24T17:21:12.113" v="391" actId="26606"/>
          <ac:cxnSpMkLst>
            <pc:docMk/>
            <pc:sldMk cId="3383797109" sldId="264"/>
            <ac:cxnSpMk id="14" creationId="{753FE100-D0AB-4AE2-824B-60CFA31EC6A2}"/>
          </ac:cxnSpMkLst>
        </pc:cxnChg>
        <pc:cxnChg chg="add del">
          <ac:chgData name="Muthee Mary Wangari" userId="5db8347e-42b8-4b65-b7d3-33df5cba0d92" providerId="ADAL" clId="{7046AE64-A725-4449-AF2E-0390C90CB133}" dt="2025-11-24T17:22:26.578" v="409" actId="26606"/>
          <ac:cxnSpMkLst>
            <pc:docMk/>
            <pc:sldMk cId="3383797109" sldId="264"/>
            <ac:cxnSpMk id="19" creationId="{691422F5-4221-4812-AFD9-5479C6D60AD9}"/>
          </ac:cxnSpMkLst>
        </pc:cxnChg>
        <pc:cxnChg chg="add del">
          <ac:chgData name="Muthee Mary Wangari" userId="5db8347e-42b8-4b65-b7d3-33df5cba0d92" providerId="ADAL" clId="{7046AE64-A725-4449-AF2E-0390C90CB133}" dt="2025-11-24T17:21:24.938" v="394" actId="26606"/>
          <ac:cxnSpMkLst>
            <pc:docMk/>
            <pc:sldMk cId="3383797109" sldId="264"/>
            <ac:cxnSpMk id="28" creationId="{62713E66-598D-4B8A-9D2A-67C7AF46EF11}"/>
          </ac:cxnSpMkLst>
        </pc:cxnChg>
        <pc:cxnChg chg="add del">
          <ac:chgData name="Muthee Mary Wangari" userId="5db8347e-42b8-4b65-b7d3-33df5cba0d92" providerId="ADAL" clId="{7046AE64-A725-4449-AF2E-0390C90CB133}" dt="2025-11-24T17:21:41.662" v="396" actId="26606"/>
          <ac:cxnSpMkLst>
            <pc:docMk/>
            <pc:sldMk cId="3383797109" sldId="264"/>
            <ac:cxnSpMk id="31" creationId="{753FE100-D0AB-4AE2-824B-60CFA31EC6A2}"/>
          </ac:cxnSpMkLst>
        </pc:cxnChg>
        <pc:cxnChg chg="add del">
          <ac:chgData name="Muthee Mary Wangari" userId="5db8347e-42b8-4b65-b7d3-33df5cba0d92" providerId="ADAL" clId="{7046AE64-A725-4449-AF2E-0390C90CB133}" dt="2025-11-24T17:21:44.413" v="398" actId="26606"/>
          <ac:cxnSpMkLst>
            <pc:docMk/>
            <pc:sldMk cId="3383797109" sldId="264"/>
            <ac:cxnSpMk id="34" creationId="{92025DBA-8780-9CA0-2826-FF6E3BD1A0C9}"/>
          </ac:cxnSpMkLst>
        </pc:cxnChg>
        <pc:cxnChg chg="add del">
          <ac:chgData name="Muthee Mary Wangari" userId="5db8347e-42b8-4b65-b7d3-33df5cba0d92" providerId="ADAL" clId="{7046AE64-A725-4449-AF2E-0390C90CB133}" dt="2025-11-24T17:21:47.707" v="400" actId="26606"/>
          <ac:cxnSpMkLst>
            <pc:docMk/>
            <pc:sldMk cId="3383797109" sldId="264"/>
            <ac:cxnSpMk id="38" creationId="{652938D1-813E-4650-AAB9-E09257454FF2}"/>
          </ac:cxnSpMkLst>
        </pc:cxnChg>
        <pc:cxnChg chg="add del">
          <ac:chgData name="Muthee Mary Wangari" userId="5db8347e-42b8-4b65-b7d3-33df5cba0d92" providerId="ADAL" clId="{7046AE64-A725-4449-AF2E-0390C90CB133}" dt="2025-11-24T17:22:00.017" v="402" actId="26606"/>
          <ac:cxnSpMkLst>
            <pc:docMk/>
            <pc:sldMk cId="3383797109" sldId="264"/>
            <ac:cxnSpMk id="42" creationId="{9A3EDAAA-869E-4AA2-A7CE-BF2C025963E8}"/>
          </ac:cxnSpMkLst>
        </pc:cxnChg>
        <pc:cxnChg chg="add del">
          <ac:chgData name="Muthee Mary Wangari" userId="5db8347e-42b8-4b65-b7d3-33df5cba0d92" providerId="ADAL" clId="{7046AE64-A725-4449-AF2E-0390C90CB133}" dt="2025-11-24T17:22:08.973" v="404" actId="26606"/>
          <ac:cxnSpMkLst>
            <pc:docMk/>
            <pc:sldMk cId="3383797109" sldId="264"/>
            <ac:cxnSpMk id="46" creationId="{652938D1-813E-4650-AAB9-E09257454FF2}"/>
          </ac:cxnSpMkLst>
        </pc:cxnChg>
        <pc:cxnChg chg="add del">
          <ac:chgData name="Muthee Mary Wangari" userId="5db8347e-42b8-4b65-b7d3-33df5cba0d92" providerId="ADAL" clId="{7046AE64-A725-4449-AF2E-0390C90CB133}" dt="2025-11-24T17:22:25.693" v="408" actId="26606"/>
          <ac:cxnSpMkLst>
            <pc:docMk/>
            <pc:sldMk cId="3383797109" sldId="264"/>
            <ac:cxnSpMk id="50" creationId="{62713E66-598D-4B8A-9D2A-67C7AF46EF11}"/>
          </ac:cxnSpMkLst>
        </pc:cxnChg>
        <pc:cxnChg chg="add del">
          <ac:chgData name="Muthee Mary Wangari" userId="5db8347e-42b8-4b65-b7d3-33df5cba0d92" providerId="ADAL" clId="{7046AE64-A725-4449-AF2E-0390C90CB133}" dt="2025-11-24T17:22:24.012" v="407" actId="26606"/>
          <ac:cxnSpMkLst>
            <pc:docMk/>
            <pc:sldMk cId="3383797109" sldId="264"/>
            <ac:cxnSpMk id="59" creationId="{62713E66-598D-4B8A-9D2A-67C7AF46EF11}"/>
          </ac:cxnSpMkLst>
        </pc:cxnChg>
      </pc:sldChg>
      <pc:sldChg chg="addSp delSp modSp new del mod">
        <pc:chgData name="Muthee Mary Wangari" userId="5db8347e-42b8-4b65-b7d3-33df5cba0d92" providerId="ADAL" clId="{7046AE64-A725-4449-AF2E-0390C90CB133}" dt="2025-11-24T17:25:38.181" v="580" actId="2696"/>
        <pc:sldMkLst>
          <pc:docMk/>
          <pc:sldMk cId="2011781976" sldId="265"/>
        </pc:sldMkLst>
        <pc:spChg chg="mod">
          <ac:chgData name="Muthee Mary Wangari" userId="5db8347e-42b8-4b65-b7d3-33df5cba0d92" providerId="ADAL" clId="{7046AE64-A725-4449-AF2E-0390C90CB133}" dt="2025-11-24T17:24:51.381" v="568" actId="1076"/>
          <ac:spMkLst>
            <pc:docMk/>
            <pc:sldMk cId="2011781976" sldId="265"/>
            <ac:spMk id="2" creationId="{411DEF05-634D-951A-0784-FEF71F053571}"/>
          </ac:spMkLst>
        </pc:spChg>
        <pc:spChg chg="del mod">
          <ac:chgData name="Muthee Mary Wangari" userId="5db8347e-42b8-4b65-b7d3-33df5cba0d92" providerId="ADAL" clId="{7046AE64-A725-4449-AF2E-0390C90CB133}" dt="2025-11-24T17:24:56.095" v="570" actId="21"/>
          <ac:spMkLst>
            <pc:docMk/>
            <pc:sldMk cId="2011781976" sldId="265"/>
            <ac:spMk id="3" creationId="{980AD2F1-8B84-E216-048A-AB47861C678B}"/>
          </ac:spMkLst>
        </pc:spChg>
        <pc:picChg chg="add mod">
          <ac:chgData name="Muthee Mary Wangari" userId="5db8347e-42b8-4b65-b7d3-33df5cba0d92" providerId="ADAL" clId="{7046AE64-A725-4449-AF2E-0390C90CB133}" dt="2025-11-24T17:25:12.430" v="575" actId="1076"/>
          <ac:picMkLst>
            <pc:docMk/>
            <pc:sldMk cId="2011781976" sldId="265"/>
            <ac:picMk id="5" creationId="{A591A048-1B16-1EFB-3AFD-23A3456C55C9}"/>
          </ac:picMkLst>
        </pc:picChg>
      </pc:sldChg>
      <pc:sldChg chg="addSp modSp new mod">
        <pc:chgData name="Muthee Mary Wangari" userId="5db8347e-42b8-4b65-b7d3-33df5cba0d92" providerId="ADAL" clId="{7046AE64-A725-4449-AF2E-0390C90CB133}" dt="2025-11-24T17:57:35.748" v="1146"/>
        <pc:sldMkLst>
          <pc:docMk/>
          <pc:sldMk cId="3758935578" sldId="266"/>
        </pc:sldMkLst>
        <pc:spChg chg="add mod">
          <ac:chgData name="Muthee Mary Wangari" userId="5db8347e-42b8-4b65-b7d3-33df5cba0d92" providerId="ADAL" clId="{7046AE64-A725-4449-AF2E-0390C90CB133}" dt="2025-11-24T17:26:03.762" v="596" actId="122"/>
          <ac:spMkLst>
            <pc:docMk/>
            <pc:sldMk cId="3758935578" sldId="266"/>
            <ac:spMk id="4" creationId="{5095403C-25D0-7D72-9C4B-892F6DAFF673}"/>
          </ac:spMkLst>
        </pc:spChg>
        <pc:grpChg chg="add mod">
          <ac:chgData name="Muthee Mary Wangari" userId="5db8347e-42b8-4b65-b7d3-33df5cba0d92" providerId="ADAL" clId="{7046AE64-A725-4449-AF2E-0390C90CB133}" dt="2025-11-24T17:57:35.748" v="1146"/>
          <ac:grpSpMkLst>
            <pc:docMk/>
            <pc:sldMk cId="3758935578" sldId="266"/>
            <ac:grpSpMk id="5" creationId="{55F43459-E53D-F4C3-B3C5-AAC88AEAB6F8}"/>
          </ac:grpSpMkLst>
        </pc:grpChg>
        <pc:picChg chg="add mod">
          <ac:chgData name="Muthee Mary Wangari" userId="5db8347e-42b8-4b65-b7d3-33df5cba0d92" providerId="ADAL" clId="{7046AE64-A725-4449-AF2E-0390C90CB133}" dt="2025-11-24T17:26:07.846" v="597" actId="1076"/>
          <ac:picMkLst>
            <pc:docMk/>
            <pc:sldMk cId="3758935578" sldId="266"/>
            <ac:picMk id="3" creationId="{9DCD7C3C-2013-42E8-DE57-BE104C7A48A6}"/>
          </ac:picMkLst>
        </pc:picChg>
        <pc:picChg chg="mod">
          <ac:chgData name="Muthee Mary Wangari" userId="5db8347e-42b8-4b65-b7d3-33df5cba0d92" providerId="ADAL" clId="{7046AE64-A725-4449-AF2E-0390C90CB133}" dt="2025-11-24T17:57:35.748" v="1146"/>
          <ac:picMkLst>
            <pc:docMk/>
            <pc:sldMk cId="3758935578" sldId="266"/>
            <ac:picMk id="6" creationId="{B1340A44-19B7-A117-C049-CBD2B061DDEF}"/>
          </ac:picMkLst>
        </pc:picChg>
        <pc:picChg chg="mod">
          <ac:chgData name="Muthee Mary Wangari" userId="5db8347e-42b8-4b65-b7d3-33df5cba0d92" providerId="ADAL" clId="{7046AE64-A725-4449-AF2E-0390C90CB133}" dt="2025-11-24T17:57:35.748" v="1146"/>
          <ac:picMkLst>
            <pc:docMk/>
            <pc:sldMk cId="3758935578" sldId="266"/>
            <ac:picMk id="7" creationId="{636EFF6C-94F9-0607-40C7-A6708AAC19D9}"/>
          </ac:picMkLst>
        </pc:picChg>
        <pc:picChg chg="mod">
          <ac:chgData name="Muthee Mary Wangari" userId="5db8347e-42b8-4b65-b7d3-33df5cba0d92" providerId="ADAL" clId="{7046AE64-A725-4449-AF2E-0390C90CB133}" dt="2025-11-24T17:57:35.748" v="1146"/>
          <ac:picMkLst>
            <pc:docMk/>
            <pc:sldMk cId="3758935578" sldId="266"/>
            <ac:picMk id="8" creationId="{CDB7B913-97BC-E837-C0E8-D1082DA80306}"/>
          </ac:picMkLst>
        </pc:picChg>
        <pc:picChg chg="mod">
          <ac:chgData name="Muthee Mary Wangari" userId="5db8347e-42b8-4b65-b7d3-33df5cba0d92" providerId="ADAL" clId="{7046AE64-A725-4449-AF2E-0390C90CB133}" dt="2025-11-24T17:57:35.748" v="1146"/>
          <ac:picMkLst>
            <pc:docMk/>
            <pc:sldMk cId="3758935578" sldId="266"/>
            <ac:picMk id="9" creationId="{AA6EFAFB-0182-D15F-DC93-635F30361DE5}"/>
          </ac:picMkLst>
        </pc:picChg>
      </pc:sldChg>
      <pc:sldChg chg="addSp delSp modSp new mod">
        <pc:chgData name="Muthee Mary Wangari" userId="5db8347e-42b8-4b65-b7d3-33df5cba0d92" providerId="ADAL" clId="{7046AE64-A725-4449-AF2E-0390C90CB133}" dt="2025-11-24T17:57:40.213" v="1147"/>
        <pc:sldMkLst>
          <pc:docMk/>
          <pc:sldMk cId="509273720" sldId="267"/>
        </pc:sldMkLst>
        <pc:spChg chg="mod">
          <ac:chgData name="Muthee Mary Wangari" userId="5db8347e-42b8-4b65-b7d3-33df5cba0d92" providerId="ADAL" clId="{7046AE64-A725-4449-AF2E-0390C90CB133}" dt="2025-11-24T17:34:13.793" v="720" actId="1076"/>
          <ac:spMkLst>
            <pc:docMk/>
            <pc:sldMk cId="509273720" sldId="267"/>
            <ac:spMk id="2" creationId="{F13B78CB-9E53-F9D9-C37E-ACBA0E72A43A}"/>
          </ac:spMkLst>
        </pc:spChg>
        <pc:spChg chg="mod">
          <ac:chgData name="Muthee Mary Wangari" userId="5db8347e-42b8-4b65-b7d3-33df5cba0d92" providerId="ADAL" clId="{7046AE64-A725-4449-AF2E-0390C90CB133}" dt="2025-11-24T17:34:17.864" v="721" actId="1076"/>
          <ac:spMkLst>
            <pc:docMk/>
            <pc:sldMk cId="509273720" sldId="267"/>
            <ac:spMk id="3" creationId="{08827392-1DA5-A452-EEE9-3F7ABD38E84A}"/>
          </ac:spMkLst>
        </pc:spChg>
        <pc:spChg chg="del mod">
          <ac:chgData name="Muthee Mary Wangari" userId="5db8347e-42b8-4b65-b7d3-33df5cba0d92" providerId="ADAL" clId="{7046AE64-A725-4449-AF2E-0390C90CB133}" dt="2025-11-24T17:33:40.552" v="704" actId="931"/>
          <ac:spMkLst>
            <pc:docMk/>
            <pc:sldMk cId="509273720" sldId="267"/>
            <ac:spMk id="4" creationId="{B4AA12A8-1DFB-F5BA-1E0F-867E9C6570AC}"/>
          </ac:spMkLst>
        </pc:spChg>
        <pc:spChg chg="mod">
          <ac:chgData name="Muthee Mary Wangari" userId="5db8347e-42b8-4b65-b7d3-33df5cba0d92" providerId="ADAL" clId="{7046AE64-A725-4449-AF2E-0390C90CB133}" dt="2025-11-24T17:34:24.759" v="722" actId="1076"/>
          <ac:spMkLst>
            <pc:docMk/>
            <pc:sldMk cId="509273720" sldId="267"/>
            <ac:spMk id="5" creationId="{054A888A-57FD-58D4-BA89-A4EB1EEAA62C}"/>
          </ac:spMkLst>
        </pc:spChg>
        <pc:spChg chg="del mod">
          <ac:chgData name="Muthee Mary Wangari" userId="5db8347e-42b8-4b65-b7d3-33df5cba0d92" providerId="ADAL" clId="{7046AE64-A725-4449-AF2E-0390C90CB133}" dt="2025-11-24T17:33:23.077" v="699" actId="931"/>
          <ac:spMkLst>
            <pc:docMk/>
            <pc:sldMk cId="509273720" sldId="267"/>
            <ac:spMk id="6" creationId="{68303F17-3C8A-B4EC-49E5-54C2C3E15830}"/>
          </ac:spMkLst>
        </pc:spChg>
        <pc:grpChg chg="add mod">
          <ac:chgData name="Muthee Mary Wangari" userId="5db8347e-42b8-4b65-b7d3-33df5cba0d92" providerId="ADAL" clId="{7046AE64-A725-4449-AF2E-0390C90CB133}" dt="2025-11-24T17:57:40.213" v="1147"/>
          <ac:grpSpMkLst>
            <pc:docMk/>
            <pc:sldMk cId="509273720" sldId="267"/>
            <ac:grpSpMk id="11" creationId="{5C0B6565-C7B3-6489-3F16-878521492D96}"/>
          </ac:grpSpMkLst>
        </pc:grpChg>
        <pc:picChg chg="add mod">
          <ac:chgData name="Muthee Mary Wangari" userId="5db8347e-42b8-4b65-b7d3-33df5cba0d92" providerId="ADAL" clId="{7046AE64-A725-4449-AF2E-0390C90CB133}" dt="2025-11-24T17:34:28.523" v="723" actId="1076"/>
          <ac:picMkLst>
            <pc:docMk/>
            <pc:sldMk cId="509273720" sldId="267"/>
            <ac:picMk id="8" creationId="{0F78EB71-2CE6-D733-C471-1ED1BD1D27E7}"/>
          </ac:picMkLst>
        </pc:picChg>
        <pc:picChg chg="add mod">
          <ac:chgData name="Muthee Mary Wangari" userId="5db8347e-42b8-4b65-b7d3-33df5cba0d92" providerId="ADAL" clId="{7046AE64-A725-4449-AF2E-0390C90CB133}" dt="2025-11-24T17:34:33.291" v="725" actId="14100"/>
          <ac:picMkLst>
            <pc:docMk/>
            <pc:sldMk cId="509273720" sldId="267"/>
            <ac:picMk id="10" creationId="{7EA7F2F9-A2D5-B235-C6AE-77DA951DB747}"/>
          </ac:picMkLst>
        </pc:picChg>
        <pc:picChg chg="mod">
          <ac:chgData name="Muthee Mary Wangari" userId="5db8347e-42b8-4b65-b7d3-33df5cba0d92" providerId="ADAL" clId="{7046AE64-A725-4449-AF2E-0390C90CB133}" dt="2025-11-24T17:57:40.213" v="1147"/>
          <ac:picMkLst>
            <pc:docMk/>
            <pc:sldMk cId="509273720" sldId="267"/>
            <ac:picMk id="12" creationId="{A0B6C3BB-A7F5-2E06-5FE8-FDEA56285CF1}"/>
          </ac:picMkLst>
        </pc:picChg>
        <pc:picChg chg="mod">
          <ac:chgData name="Muthee Mary Wangari" userId="5db8347e-42b8-4b65-b7d3-33df5cba0d92" providerId="ADAL" clId="{7046AE64-A725-4449-AF2E-0390C90CB133}" dt="2025-11-24T17:57:40.213" v="1147"/>
          <ac:picMkLst>
            <pc:docMk/>
            <pc:sldMk cId="509273720" sldId="267"/>
            <ac:picMk id="13" creationId="{06CCB65E-CAB1-4928-CA5C-56D04478E7AE}"/>
          </ac:picMkLst>
        </pc:picChg>
        <pc:picChg chg="mod">
          <ac:chgData name="Muthee Mary Wangari" userId="5db8347e-42b8-4b65-b7d3-33df5cba0d92" providerId="ADAL" clId="{7046AE64-A725-4449-AF2E-0390C90CB133}" dt="2025-11-24T17:57:40.213" v="1147"/>
          <ac:picMkLst>
            <pc:docMk/>
            <pc:sldMk cId="509273720" sldId="267"/>
            <ac:picMk id="14" creationId="{449CF670-EA5A-5A76-596E-4AD294CC4F89}"/>
          </ac:picMkLst>
        </pc:picChg>
        <pc:picChg chg="mod">
          <ac:chgData name="Muthee Mary Wangari" userId="5db8347e-42b8-4b65-b7d3-33df5cba0d92" providerId="ADAL" clId="{7046AE64-A725-4449-AF2E-0390C90CB133}" dt="2025-11-24T17:57:40.213" v="1147"/>
          <ac:picMkLst>
            <pc:docMk/>
            <pc:sldMk cId="509273720" sldId="267"/>
            <ac:picMk id="15" creationId="{AD6A20A0-D708-2FB5-C861-CFE3980DC91B}"/>
          </ac:picMkLst>
        </pc:picChg>
      </pc:sldChg>
      <pc:sldChg chg="modSp new del mod">
        <pc:chgData name="Muthee Mary Wangari" userId="5db8347e-42b8-4b65-b7d3-33df5cba0d92" providerId="ADAL" clId="{7046AE64-A725-4449-AF2E-0390C90CB133}" dt="2025-11-24T17:32:33.584" v="641" actId="2696"/>
        <pc:sldMkLst>
          <pc:docMk/>
          <pc:sldMk cId="1289839375" sldId="268"/>
        </pc:sldMkLst>
        <pc:spChg chg="mod">
          <ac:chgData name="Muthee Mary Wangari" userId="5db8347e-42b8-4b65-b7d3-33df5cba0d92" providerId="ADAL" clId="{7046AE64-A725-4449-AF2E-0390C90CB133}" dt="2025-11-24T17:32:30.252" v="640" actId="20577"/>
          <ac:spMkLst>
            <pc:docMk/>
            <pc:sldMk cId="1289839375" sldId="268"/>
            <ac:spMk id="2" creationId="{F2C8324E-C7F7-22C8-84B5-15A02E84C4D0}"/>
          </ac:spMkLst>
        </pc:spChg>
      </pc:sldChg>
      <pc:sldChg chg="addSp modSp add mod">
        <pc:chgData name="Muthee Mary Wangari" userId="5db8347e-42b8-4b65-b7d3-33df5cba0d92" providerId="ADAL" clId="{7046AE64-A725-4449-AF2E-0390C90CB133}" dt="2025-11-24T17:57:51.648" v="1149"/>
        <pc:sldMkLst>
          <pc:docMk/>
          <pc:sldMk cId="2470193731" sldId="268"/>
        </pc:sldMkLst>
        <pc:spChg chg="mod">
          <ac:chgData name="Muthee Mary Wangari" userId="5db8347e-42b8-4b65-b7d3-33df5cba0d92" providerId="ADAL" clId="{7046AE64-A725-4449-AF2E-0390C90CB133}" dt="2025-11-24T17:50:22.211" v="954" actId="20577"/>
          <ac:spMkLst>
            <pc:docMk/>
            <pc:sldMk cId="2470193731" sldId="268"/>
            <ac:spMk id="2" creationId="{7C62A923-DF5F-B179-B719-D94DCA1B07D9}"/>
          </ac:spMkLst>
        </pc:spChg>
        <pc:spChg chg="mod">
          <ac:chgData name="Muthee Mary Wangari" userId="5db8347e-42b8-4b65-b7d3-33df5cba0d92" providerId="ADAL" clId="{7046AE64-A725-4449-AF2E-0390C90CB133}" dt="2025-11-24T17:41:48.479" v="952" actId="14100"/>
          <ac:spMkLst>
            <pc:docMk/>
            <pc:sldMk cId="2470193731" sldId="268"/>
            <ac:spMk id="3" creationId="{BA7E7655-1EA1-45FC-E705-9312909773BA}"/>
          </ac:spMkLst>
        </pc:spChg>
        <pc:spChg chg="add mod">
          <ac:chgData name="Muthee Mary Wangari" userId="5db8347e-42b8-4b65-b7d3-33df5cba0d92" providerId="ADAL" clId="{7046AE64-A725-4449-AF2E-0390C90CB133}" dt="2025-11-24T17:41:27.960" v="921" actId="255"/>
          <ac:spMkLst>
            <pc:docMk/>
            <pc:sldMk cId="2470193731" sldId="268"/>
            <ac:spMk id="4" creationId="{3AC3FE36-D934-8F37-BBB3-27B35CB6DA91}"/>
          </ac:spMkLst>
        </pc:spChg>
        <pc:grpChg chg="add mod">
          <ac:chgData name="Muthee Mary Wangari" userId="5db8347e-42b8-4b65-b7d3-33df5cba0d92" providerId="ADAL" clId="{7046AE64-A725-4449-AF2E-0390C90CB133}" dt="2025-11-24T17:57:51.648" v="1149"/>
          <ac:grpSpMkLst>
            <pc:docMk/>
            <pc:sldMk cId="2470193731" sldId="268"/>
            <ac:grpSpMk id="6" creationId="{396C16AE-2670-9784-BB13-B97753D71BD0}"/>
          </ac:grpSpMkLst>
        </pc:grpChg>
        <pc:picChg chg="mod">
          <ac:chgData name="Muthee Mary Wangari" userId="5db8347e-42b8-4b65-b7d3-33df5cba0d92" providerId="ADAL" clId="{7046AE64-A725-4449-AF2E-0390C90CB133}" dt="2025-11-24T17:57:51.648" v="1149"/>
          <ac:picMkLst>
            <pc:docMk/>
            <pc:sldMk cId="2470193731" sldId="268"/>
            <ac:picMk id="7" creationId="{386C723C-902D-FBE8-D952-E25C906A7846}"/>
          </ac:picMkLst>
        </pc:picChg>
        <pc:picChg chg="mod">
          <ac:chgData name="Muthee Mary Wangari" userId="5db8347e-42b8-4b65-b7d3-33df5cba0d92" providerId="ADAL" clId="{7046AE64-A725-4449-AF2E-0390C90CB133}" dt="2025-11-24T17:39:25.937" v="818" actId="1076"/>
          <ac:picMkLst>
            <pc:docMk/>
            <pc:sldMk cId="2470193731" sldId="268"/>
            <ac:picMk id="8" creationId="{F30125D9-7EE0-F6B1-C4A1-63C8C2E91CEF}"/>
          </ac:picMkLst>
        </pc:picChg>
        <pc:picChg chg="mod">
          <ac:chgData name="Muthee Mary Wangari" userId="5db8347e-42b8-4b65-b7d3-33df5cba0d92" providerId="ADAL" clId="{7046AE64-A725-4449-AF2E-0390C90CB133}" dt="2025-11-24T17:57:51.648" v="1149"/>
          <ac:picMkLst>
            <pc:docMk/>
            <pc:sldMk cId="2470193731" sldId="268"/>
            <ac:picMk id="9" creationId="{73149AD8-2CA2-B8F0-2A3A-0A84252AC366}"/>
          </ac:picMkLst>
        </pc:picChg>
        <pc:picChg chg="mod">
          <ac:chgData name="Muthee Mary Wangari" userId="5db8347e-42b8-4b65-b7d3-33df5cba0d92" providerId="ADAL" clId="{7046AE64-A725-4449-AF2E-0390C90CB133}" dt="2025-11-24T17:57:51.648" v="1149"/>
          <ac:picMkLst>
            <pc:docMk/>
            <pc:sldMk cId="2470193731" sldId="268"/>
            <ac:picMk id="11" creationId="{34715D9E-6949-6632-091E-EB88F356308C}"/>
          </ac:picMkLst>
        </pc:picChg>
        <pc:picChg chg="mod">
          <ac:chgData name="Muthee Mary Wangari" userId="5db8347e-42b8-4b65-b7d3-33df5cba0d92" providerId="ADAL" clId="{7046AE64-A725-4449-AF2E-0390C90CB133}" dt="2025-11-24T17:57:51.648" v="1149"/>
          <ac:picMkLst>
            <pc:docMk/>
            <pc:sldMk cId="2470193731" sldId="268"/>
            <ac:picMk id="12" creationId="{C99CE01E-EB5E-D7D6-4889-B475311E5BA4}"/>
          </ac:picMkLst>
        </pc:picChg>
      </pc:sldChg>
      <pc:sldChg chg="addSp delSp modSp new mod setBg addAnim delAnim modAnim">
        <pc:chgData name="Muthee Mary Wangari" userId="5db8347e-42b8-4b65-b7d3-33df5cba0d92" providerId="ADAL" clId="{7046AE64-A725-4449-AF2E-0390C90CB133}" dt="2025-11-24T17:57:46.385" v="1148"/>
        <pc:sldMkLst>
          <pc:docMk/>
          <pc:sldMk cId="740828610" sldId="269"/>
        </pc:sldMkLst>
        <pc:spChg chg="mod">
          <ac:chgData name="Muthee Mary Wangari" userId="5db8347e-42b8-4b65-b7d3-33df5cba0d92" providerId="ADAL" clId="{7046AE64-A725-4449-AF2E-0390C90CB133}" dt="2025-11-24T17:37:41.633" v="811" actId="14100"/>
          <ac:spMkLst>
            <pc:docMk/>
            <pc:sldMk cId="740828610" sldId="269"/>
            <ac:spMk id="2" creationId="{B364E178-AF38-ECCC-286E-88C37D8D1490}"/>
          </ac:spMkLst>
        </pc:spChg>
        <pc:spChg chg="add del">
          <ac:chgData name="Muthee Mary Wangari" userId="5db8347e-42b8-4b65-b7d3-33df5cba0d92" providerId="ADAL" clId="{7046AE64-A725-4449-AF2E-0390C90CB133}" dt="2025-11-24T17:36:55.039" v="794" actId="26606"/>
          <ac:spMkLst>
            <pc:docMk/>
            <pc:sldMk cId="740828610" sldId="269"/>
            <ac:spMk id="11" creationId="{19F9BF86-FE94-4517-B97D-026C7515E589}"/>
          </ac:spMkLst>
        </pc:spChg>
        <pc:spChg chg="add del">
          <ac:chgData name="Muthee Mary Wangari" userId="5db8347e-42b8-4b65-b7d3-33df5cba0d92" providerId="ADAL" clId="{7046AE64-A725-4449-AF2E-0390C90CB133}" dt="2025-11-24T17:36:56.749" v="797" actId="26606"/>
          <ac:spMkLst>
            <pc:docMk/>
            <pc:sldMk cId="740828610" sldId="269"/>
            <ac:spMk id="16" creationId="{CFD1D2CD-954D-4C4D-B505-05EAD159B230}"/>
          </ac:spMkLst>
        </pc:spChg>
        <pc:spChg chg="add">
          <ac:chgData name="Muthee Mary Wangari" userId="5db8347e-42b8-4b65-b7d3-33df5cba0d92" providerId="ADAL" clId="{7046AE64-A725-4449-AF2E-0390C90CB133}" dt="2025-11-24T17:36:56.756" v="798" actId="26606"/>
          <ac:spMkLst>
            <pc:docMk/>
            <pc:sldMk cId="740828610" sldId="269"/>
            <ac:spMk id="20" creationId="{19F9BF86-FE94-4517-B97D-026C7515E589}"/>
          </ac:spMkLst>
        </pc:spChg>
        <pc:grpChg chg="add mod">
          <ac:chgData name="Muthee Mary Wangari" userId="5db8347e-42b8-4b65-b7d3-33df5cba0d92" providerId="ADAL" clId="{7046AE64-A725-4449-AF2E-0390C90CB133}" dt="2025-11-24T17:57:46.385" v="1148"/>
          <ac:grpSpMkLst>
            <pc:docMk/>
            <pc:sldMk cId="740828610" sldId="269"/>
            <ac:grpSpMk id="5" creationId="{DEAE7B70-6D76-C54A-C50F-3779AEEE8DB5}"/>
          </ac:grpSpMkLst>
        </pc:grpChg>
        <pc:picChg chg="add mod">
          <ac:chgData name="Muthee Mary Wangari" userId="5db8347e-42b8-4b65-b7d3-33df5cba0d92" providerId="ADAL" clId="{7046AE64-A725-4449-AF2E-0390C90CB133}" dt="2025-11-24T17:37:19.699" v="801" actId="1076"/>
          <ac:picMkLst>
            <pc:docMk/>
            <pc:sldMk cId="740828610" sldId="269"/>
            <ac:picMk id="4" creationId="{AD55DBDC-4A2F-EC01-37BB-2C4E89D6BDF2}"/>
          </ac:picMkLst>
        </pc:picChg>
        <pc:picChg chg="mod">
          <ac:chgData name="Muthee Mary Wangari" userId="5db8347e-42b8-4b65-b7d3-33df5cba0d92" providerId="ADAL" clId="{7046AE64-A725-4449-AF2E-0390C90CB133}" dt="2025-11-24T17:57:46.385" v="1148"/>
          <ac:picMkLst>
            <pc:docMk/>
            <pc:sldMk cId="740828610" sldId="269"/>
            <ac:picMk id="6" creationId="{401E734E-630E-BDDB-B494-D32616D0E858}"/>
          </ac:picMkLst>
        </pc:picChg>
        <pc:picChg chg="mod">
          <ac:chgData name="Muthee Mary Wangari" userId="5db8347e-42b8-4b65-b7d3-33df5cba0d92" providerId="ADAL" clId="{7046AE64-A725-4449-AF2E-0390C90CB133}" dt="2025-11-24T17:57:46.385" v="1148"/>
          <ac:picMkLst>
            <pc:docMk/>
            <pc:sldMk cId="740828610" sldId="269"/>
            <ac:picMk id="7" creationId="{7939B3AD-6E5F-384D-176D-7524D301D92B}"/>
          </ac:picMkLst>
        </pc:picChg>
        <pc:picChg chg="mod">
          <ac:chgData name="Muthee Mary Wangari" userId="5db8347e-42b8-4b65-b7d3-33df5cba0d92" providerId="ADAL" clId="{7046AE64-A725-4449-AF2E-0390C90CB133}" dt="2025-11-24T17:57:46.385" v="1148"/>
          <ac:picMkLst>
            <pc:docMk/>
            <pc:sldMk cId="740828610" sldId="269"/>
            <ac:picMk id="8" creationId="{2B0962DB-1389-927B-E692-209F8397C347}"/>
          </ac:picMkLst>
        </pc:picChg>
        <pc:picChg chg="mod">
          <ac:chgData name="Muthee Mary Wangari" userId="5db8347e-42b8-4b65-b7d3-33df5cba0d92" providerId="ADAL" clId="{7046AE64-A725-4449-AF2E-0390C90CB133}" dt="2025-11-24T17:57:46.385" v="1148"/>
          <ac:picMkLst>
            <pc:docMk/>
            <pc:sldMk cId="740828610" sldId="269"/>
            <ac:picMk id="10" creationId="{9FCAD068-7122-C771-10AC-800CFAB573A5}"/>
          </ac:picMkLst>
        </pc:picChg>
        <pc:cxnChg chg="add del">
          <ac:chgData name="Muthee Mary Wangari" userId="5db8347e-42b8-4b65-b7d3-33df5cba0d92" providerId="ADAL" clId="{7046AE64-A725-4449-AF2E-0390C90CB133}" dt="2025-11-24T17:36:55.039" v="794" actId="26606"/>
          <ac:cxnSpMkLst>
            <pc:docMk/>
            <pc:sldMk cId="740828610" sldId="269"/>
            <ac:cxnSpMk id="9" creationId="{118E06E4-607B-144B-382B-AD3D06B1EE8C}"/>
          </ac:cxnSpMkLst>
        </pc:cxnChg>
        <pc:cxnChg chg="add del">
          <ac:chgData name="Muthee Mary Wangari" userId="5db8347e-42b8-4b65-b7d3-33df5cba0d92" providerId="ADAL" clId="{7046AE64-A725-4449-AF2E-0390C90CB133}" dt="2025-11-24T17:36:55.039" v="794" actId="26606"/>
          <ac:cxnSpMkLst>
            <pc:docMk/>
            <pc:sldMk cId="740828610" sldId="269"/>
            <ac:cxnSpMk id="13" creationId="{6CA391F1-4B2C-521B-F6A5-52C74B30349D}"/>
          </ac:cxnSpMkLst>
        </pc:cxnChg>
        <pc:cxnChg chg="add del">
          <ac:chgData name="Muthee Mary Wangari" userId="5db8347e-42b8-4b65-b7d3-33df5cba0d92" providerId="ADAL" clId="{7046AE64-A725-4449-AF2E-0390C90CB133}" dt="2025-11-24T17:36:56.749" v="797" actId="26606"/>
          <ac:cxnSpMkLst>
            <pc:docMk/>
            <pc:sldMk cId="740828610" sldId="269"/>
            <ac:cxnSpMk id="15" creationId="{118E06E4-607B-144B-382B-AD3D06B1EE8C}"/>
          </ac:cxnSpMkLst>
        </pc:cxnChg>
        <pc:cxnChg chg="add del">
          <ac:chgData name="Muthee Mary Wangari" userId="5db8347e-42b8-4b65-b7d3-33df5cba0d92" providerId="ADAL" clId="{7046AE64-A725-4449-AF2E-0390C90CB133}" dt="2025-11-24T17:36:56.749" v="797" actId="26606"/>
          <ac:cxnSpMkLst>
            <pc:docMk/>
            <pc:sldMk cId="740828610" sldId="269"/>
            <ac:cxnSpMk id="17" creationId="{A2D508B3-A66C-833E-D929-8DC211635676}"/>
          </ac:cxnSpMkLst>
        </pc:cxnChg>
        <pc:cxnChg chg="add">
          <ac:chgData name="Muthee Mary Wangari" userId="5db8347e-42b8-4b65-b7d3-33df5cba0d92" providerId="ADAL" clId="{7046AE64-A725-4449-AF2E-0390C90CB133}" dt="2025-11-24T17:36:56.756" v="798" actId="26606"/>
          <ac:cxnSpMkLst>
            <pc:docMk/>
            <pc:sldMk cId="740828610" sldId="269"/>
            <ac:cxnSpMk id="19" creationId="{118E06E4-607B-144B-382B-AD3D06B1EE8C}"/>
          </ac:cxnSpMkLst>
        </pc:cxnChg>
        <pc:cxnChg chg="add">
          <ac:chgData name="Muthee Mary Wangari" userId="5db8347e-42b8-4b65-b7d3-33df5cba0d92" providerId="ADAL" clId="{7046AE64-A725-4449-AF2E-0390C90CB133}" dt="2025-11-24T17:36:56.756" v="798" actId="26606"/>
          <ac:cxnSpMkLst>
            <pc:docMk/>
            <pc:sldMk cId="740828610" sldId="269"/>
            <ac:cxnSpMk id="21" creationId="{6CA391F1-4B2C-521B-F6A5-52C74B30349D}"/>
          </ac:cxnSpMkLst>
        </pc:cxnChg>
      </pc:sldChg>
      <pc:sldChg chg="modSp new del mod">
        <pc:chgData name="Muthee Mary Wangari" userId="5db8347e-42b8-4b65-b7d3-33df5cba0d92" providerId="ADAL" clId="{7046AE64-A725-4449-AF2E-0390C90CB133}" dt="2025-11-24T17:50:46.952" v="978" actId="2696"/>
        <pc:sldMkLst>
          <pc:docMk/>
          <pc:sldMk cId="1223725415" sldId="270"/>
        </pc:sldMkLst>
        <pc:spChg chg="mod">
          <ac:chgData name="Muthee Mary Wangari" userId="5db8347e-42b8-4b65-b7d3-33df5cba0d92" providerId="ADAL" clId="{7046AE64-A725-4449-AF2E-0390C90CB133}" dt="2025-11-24T17:50:34.333" v="969" actId="1076"/>
          <ac:spMkLst>
            <pc:docMk/>
            <pc:sldMk cId="1223725415" sldId="270"/>
            <ac:spMk id="2" creationId="{7DFF02D0-5663-0172-AD37-5F98E03AB324}"/>
          </ac:spMkLst>
        </pc:spChg>
        <pc:spChg chg="mod">
          <ac:chgData name="Muthee Mary Wangari" userId="5db8347e-42b8-4b65-b7d3-33df5cba0d92" providerId="ADAL" clId="{7046AE64-A725-4449-AF2E-0390C90CB133}" dt="2025-11-24T17:50:38.732" v="976" actId="20577"/>
          <ac:spMkLst>
            <pc:docMk/>
            <pc:sldMk cId="1223725415" sldId="270"/>
            <ac:spMk id="3" creationId="{B2011F8E-EF09-FF71-B53F-31530A9F8618}"/>
          </ac:spMkLst>
        </pc:spChg>
      </pc:sldChg>
      <pc:sldChg chg="new del">
        <pc:chgData name="Muthee Mary Wangari" userId="5db8347e-42b8-4b65-b7d3-33df5cba0d92" providerId="ADAL" clId="{7046AE64-A725-4449-AF2E-0390C90CB133}" dt="2025-11-24T17:38:12.344" v="813" actId="2696"/>
        <pc:sldMkLst>
          <pc:docMk/>
          <pc:sldMk cId="2459464136" sldId="270"/>
        </pc:sldMkLst>
      </pc:sldChg>
      <pc:sldChg chg="addSp modSp add mod">
        <pc:chgData name="Muthee Mary Wangari" userId="5db8347e-42b8-4b65-b7d3-33df5cba0d92" providerId="ADAL" clId="{7046AE64-A725-4449-AF2E-0390C90CB133}" dt="2025-11-24T17:57:59.440" v="1150"/>
        <pc:sldMkLst>
          <pc:docMk/>
          <pc:sldMk cId="1889870548" sldId="271"/>
        </pc:sldMkLst>
        <pc:spChg chg="mod">
          <ac:chgData name="Muthee Mary Wangari" userId="5db8347e-42b8-4b65-b7d3-33df5cba0d92" providerId="ADAL" clId="{7046AE64-A725-4449-AF2E-0390C90CB133}" dt="2025-11-24T17:51:11.632" v="1003" actId="20577"/>
          <ac:spMkLst>
            <pc:docMk/>
            <pc:sldMk cId="1889870548" sldId="271"/>
            <ac:spMk id="3" creationId="{98E12893-5A9D-2496-4105-69E6D7C63A16}"/>
          </ac:spMkLst>
        </pc:spChg>
        <pc:grpChg chg="add mod">
          <ac:chgData name="Muthee Mary Wangari" userId="5db8347e-42b8-4b65-b7d3-33df5cba0d92" providerId="ADAL" clId="{7046AE64-A725-4449-AF2E-0390C90CB133}" dt="2025-11-24T17:57:59.440" v="1150"/>
          <ac:grpSpMkLst>
            <pc:docMk/>
            <pc:sldMk cId="1889870548" sldId="271"/>
            <ac:grpSpMk id="6" creationId="{051A61DE-7935-37D9-5E6C-6D4D32F479FE}"/>
          </ac:grpSpMkLst>
        </pc:grpChg>
        <pc:picChg chg="mod">
          <ac:chgData name="Muthee Mary Wangari" userId="5db8347e-42b8-4b65-b7d3-33df5cba0d92" providerId="ADAL" clId="{7046AE64-A725-4449-AF2E-0390C90CB133}" dt="2025-11-24T17:57:59.440" v="1150"/>
          <ac:picMkLst>
            <pc:docMk/>
            <pc:sldMk cId="1889870548" sldId="271"/>
            <ac:picMk id="7" creationId="{9988669C-3770-B344-3A30-735F42C7F2E8}"/>
          </ac:picMkLst>
        </pc:picChg>
        <pc:picChg chg="mod">
          <ac:chgData name="Muthee Mary Wangari" userId="5db8347e-42b8-4b65-b7d3-33df5cba0d92" providerId="ADAL" clId="{7046AE64-A725-4449-AF2E-0390C90CB133}" dt="2025-11-24T17:50:55.733" v="979" actId="14826"/>
          <ac:picMkLst>
            <pc:docMk/>
            <pc:sldMk cId="1889870548" sldId="271"/>
            <ac:picMk id="8" creationId="{5FA2B04E-2D6C-6ABB-90E9-C248A0D4D2E4}"/>
          </ac:picMkLst>
        </pc:picChg>
        <pc:picChg chg="mod">
          <ac:chgData name="Muthee Mary Wangari" userId="5db8347e-42b8-4b65-b7d3-33df5cba0d92" providerId="ADAL" clId="{7046AE64-A725-4449-AF2E-0390C90CB133}" dt="2025-11-24T17:57:59.440" v="1150"/>
          <ac:picMkLst>
            <pc:docMk/>
            <pc:sldMk cId="1889870548" sldId="271"/>
            <ac:picMk id="9" creationId="{1A939F2F-7B8F-14A1-7320-ACBB1F71BFF7}"/>
          </ac:picMkLst>
        </pc:picChg>
        <pc:picChg chg="mod">
          <ac:chgData name="Muthee Mary Wangari" userId="5db8347e-42b8-4b65-b7d3-33df5cba0d92" providerId="ADAL" clId="{7046AE64-A725-4449-AF2E-0390C90CB133}" dt="2025-11-24T17:57:59.440" v="1150"/>
          <ac:picMkLst>
            <pc:docMk/>
            <pc:sldMk cId="1889870548" sldId="271"/>
            <ac:picMk id="11" creationId="{3368B6F7-9EFB-4867-982A-3844CE86EAF9}"/>
          </ac:picMkLst>
        </pc:picChg>
        <pc:picChg chg="mod">
          <ac:chgData name="Muthee Mary Wangari" userId="5db8347e-42b8-4b65-b7d3-33df5cba0d92" providerId="ADAL" clId="{7046AE64-A725-4449-AF2E-0390C90CB133}" dt="2025-11-24T17:57:59.440" v="1150"/>
          <ac:picMkLst>
            <pc:docMk/>
            <pc:sldMk cId="1889870548" sldId="271"/>
            <ac:picMk id="12" creationId="{D480B8B6-3EF2-5454-4BE5-A9941DFF5925}"/>
          </ac:picMkLst>
        </pc:picChg>
      </pc:sldChg>
      <pc:sldChg chg="addSp modSp add mod">
        <pc:chgData name="Muthee Mary Wangari" userId="5db8347e-42b8-4b65-b7d3-33df5cba0d92" providerId="ADAL" clId="{7046AE64-A725-4449-AF2E-0390C90CB133}" dt="2025-11-24T17:58:03.773" v="1151"/>
        <pc:sldMkLst>
          <pc:docMk/>
          <pc:sldMk cId="2377205811" sldId="272"/>
        </pc:sldMkLst>
        <pc:spChg chg="mod">
          <ac:chgData name="Muthee Mary Wangari" userId="5db8347e-42b8-4b65-b7d3-33df5cba0d92" providerId="ADAL" clId="{7046AE64-A725-4449-AF2E-0390C90CB133}" dt="2025-11-24T17:52:44.794" v="1032" actId="20577"/>
          <ac:spMkLst>
            <pc:docMk/>
            <pc:sldMk cId="2377205811" sldId="272"/>
            <ac:spMk id="3" creationId="{1146ED84-FF65-F6BD-8770-C7F366A7A169}"/>
          </ac:spMkLst>
        </pc:spChg>
        <pc:grpChg chg="add mod">
          <ac:chgData name="Muthee Mary Wangari" userId="5db8347e-42b8-4b65-b7d3-33df5cba0d92" providerId="ADAL" clId="{7046AE64-A725-4449-AF2E-0390C90CB133}" dt="2025-11-24T17:58:03.773" v="1151"/>
          <ac:grpSpMkLst>
            <pc:docMk/>
            <pc:sldMk cId="2377205811" sldId="272"/>
            <ac:grpSpMk id="6" creationId="{1DB87335-AA7D-D5E2-C766-831EBA5EF869}"/>
          </ac:grpSpMkLst>
        </pc:grpChg>
        <pc:picChg chg="mod">
          <ac:chgData name="Muthee Mary Wangari" userId="5db8347e-42b8-4b65-b7d3-33df5cba0d92" providerId="ADAL" clId="{7046AE64-A725-4449-AF2E-0390C90CB133}" dt="2025-11-24T17:58:03.773" v="1151"/>
          <ac:picMkLst>
            <pc:docMk/>
            <pc:sldMk cId="2377205811" sldId="272"/>
            <ac:picMk id="7" creationId="{FCCAA24D-1A0A-158B-CC92-E8BD633CD92F}"/>
          </ac:picMkLst>
        </pc:picChg>
        <pc:picChg chg="mod">
          <ac:chgData name="Muthee Mary Wangari" userId="5db8347e-42b8-4b65-b7d3-33df5cba0d92" providerId="ADAL" clId="{7046AE64-A725-4449-AF2E-0390C90CB133}" dt="2025-11-24T17:52:30.954" v="1005" actId="14826"/>
          <ac:picMkLst>
            <pc:docMk/>
            <pc:sldMk cId="2377205811" sldId="272"/>
            <ac:picMk id="8" creationId="{49995902-7931-1285-CD61-999654CEB65D}"/>
          </ac:picMkLst>
        </pc:picChg>
        <pc:picChg chg="mod">
          <ac:chgData name="Muthee Mary Wangari" userId="5db8347e-42b8-4b65-b7d3-33df5cba0d92" providerId="ADAL" clId="{7046AE64-A725-4449-AF2E-0390C90CB133}" dt="2025-11-24T17:58:03.773" v="1151"/>
          <ac:picMkLst>
            <pc:docMk/>
            <pc:sldMk cId="2377205811" sldId="272"/>
            <ac:picMk id="9" creationId="{48853377-E5DB-D437-DBCE-CE5EB842A7C1}"/>
          </ac:picMkLst>
        </pc:picChg>
        <pc:picChg chg="mod">
          <ac:chgData name="Muthee Mary Wangari" userId="5db8347e-42b8-4b65-b7d3-33df5cba0d92" providerId="ADAL" clId="{7046AE64-A725-4449-AF2E-0390C90CB133}" dt="2025-11-24T17:58:03.773" v="1151"/>
          <ac:picMkLst>
            <pc:docMk/>
            <pc:sldMk cId="2377205811" sldId="272"/>
            <ac:picMk id="11" creationId="{9685405D-BFC0-9681-3924-10AE67BFAACD}"/>
          </ac:picMkLst>
        </pc:picChg>
        <pc:picChg chg="mod">
          <ac:chgData name="Muthee Mary Wangari" userId="5db8347e-42b8-4b65-b7d3-33df5cba0d92" providerId="ADAL" clId="{7046AE64-A725-4449-AF2E-0390C90CB133}" dt="2025-11-24T17:58:03.773" v="1151"/>
          <ac:picMkLst>
            <pc:docMk/>
            <pc:sldMk cId="2377205811" sldId="272"/>
            <ac:picMk id="12" creationId="{3B6520BE-B94D-95DA-5B59-97C701A7A731}"/>
          </ac:picMkLst>
        </pc:picChg>
      </pc:sldChg>
      <pc:sldChg chg="addSp modSp new mod ord">
        <pc:chgData name="Muthee Mary Wangari" userId="5db8347e-42b8-4b65-b7d3-33df5cba0d92" providerId="ADAL" clId="{7046AE64-A725-4449-AF2E-0390C90CB133}" dt="2025-11-24T20:11:56.815" v="1373"/>
        <pc:sldMkLst>
          <pc:docMk/>
          <pc:sldMk cId="3649874964" sldId="273"/>
        </pc:sldMkLst>
        <pc:spChg chg="mod">
          <ac:chgData name="Muthee Mary Wangari" userId="5db8347e-42b8-4b65-b7d3-33df5cba0d92" providerId="ADAL" clId="{7046AE64-A725-4449-AF2E-0390C90CB133}" dt="2025-11-24T19:59:59.359" v="1255" actId="20577"/>
          <ac:spMkLst>
            <pc:docMk/>
            <pc:sldMk cId="3649874964" sldId="273"/>
            <ac:spMk id="2" creationId="{9EB80223-A666-1489-84EA-4B7FDA94FF17}"/>
          </ac:spMkLst>
        </pc:spChg>
        <pc:spChg chg="mod">
          <ac:chgData name="Muthee Mary Wangari" userId="5db8347e-42b8-4b65-b7d3-33df5cba0d92" providerId="ADAL" clId="{7046AE64-A725-4449-AF2E-0390C90CB133}" dt="2025-11-24T20:11:47.922" v="1371" actId="1076"/>
          <ac:spMkLst>
            <pc:docMk/>
            <pc:sldMk cId="3649874964" sldId="273"/>
            <ac:spMk id="3" creationId="{F238ACA2-FF4D-5E58-FCC7-063188442C24}"/>
          </ac:spMkLst>
        </pc:spChg>
        <pc:grpChg chg="add mod">
          <ac:chgData name="Muthee Mary Wangari" userId="5db8347e-42b8-4b65-b7d3-33df5cba0d92" providerId="ADAL" clId="{7046AE64-A725-4449-AF2E-0390C90CB133}" dt="2025-11-24T17:58:09.979" v="1152"/>
          <ac:grpSpMkLst>
            <pc:docMk/>
            <pc:sldMk cId="3649874964" sldId="273"/>
            <ac:grpSpMk id="4" creationId="{3D043553-B7F1-CABC-7EDD-2A47C1589838}"/>
          </ac:grpSpMkLst>
        </pc:grpChg>
        <pc:picChg chg="mod">
          <ac:chgData name="Muthee Mary Wangari" userId="5db8347e-42b8-4b65-b7d3-33df5cba0d92" providerId="ADAL" clId="{7046AE64-A725-4449-AF2E-0390C90CB133}" dt="2025-11-24T17:58:09.979" v="1152"/>
          <ac:picMkLst>
            <pc:docMk/>
            <pc:sldMk cId="3649874964" sldId="273"/>
            <ac:picMk id="5" creationId="{FA76C0D1-A7E5-D1CF-C848-57CE4E2610A9}"/>
          </ac:picMkLst>
        </pc:picChg>
        <pc:picChg chg="mod">
          <ac:chgData name="Muthee Mary Wangari" userId="5db8347e-42b8-4b65-b7d3-33df5cba0d92" providerId="ADAL" clId="{7046AE64-A725-4449-AF2E-0390C90CB133}" dt="2025-11-24T17:58:09.979" v="1152"/>
          <ac:picMkLst>
            <pc:docMk/>
            <pc:sldMk cId="3649874964" sldId="273"/>
            <ac:picMk id="6" creationId="{C42BE8D6-25B0-CA49-2644-2B79A0E101CA}"/>
          </ac:picMkLst>
        </pc:picChg>
        <pc:picChg chg="mod">
          <ac:chgData name="Muthee Mary Wangari" userId="5db8347e-42b8-4b65-b7d3-33df5cba0d92" providerId="ADAL" clId="{7046AE64-A725-4449-AF2E-0390C90CB133}" dt="2025-11-24T17:58:09.979" v="1152"/>
          <ac:picMkLst>
            <pc:docMk/>
            <pc:sldMk cId="3649874964" sldId="273"/>
            <ac:picMk id="7" creationId="{417B0FB3-B40B-9284-FDAB-5F2EAD607B8F}"/>
          </ac:picMkLst>
        </pc:picChg>
        <pc:picChg chg="mod">
          <ac:chgData name="Muthee Mary Wangari" userId="5db8347e-42b8-4b65-b7d3-33df5cba0d92" providerId="ADAL" clId="{7046AE64-A725-4449-AF2E-0390C90CB133}" dt="2025-11-24T17:58:09.979" v="1152"/>
          <ac:picMkLst>
            <pc:docMk/>
            <pc:sldMk cId="3649874964" sldId="273"/>
            <ac:picMk id="8" creationId="{937B2823-4007-2002-993C-871B3855AB1C}"/>
          </ac:picMkLst>
        </pc:picChg>
        <pc:picChg chg="add mod">
          <ac:chgData name="Muthee Mary Wangari" userId="5db8347e-42b8-4b65-b7d3-33df5cba0d92" providerId="ADAL" clId="{7046AE64-A725-4449-AF2E-0390C90CB133}" dt="2025-11-24T20:11:37.493" v="1368" actId="14100"/>
          <ac:picMkLst>
            <pc:docMk/>
            <pc:sldMk cId="3649874964" sldId="273"/>
            <ac:picMk id="10" creationId="{4F68C3C8-D20A-6ED8-903E-61B2C46C2AE6}"/>
          </ac:picMkLst>
        </pc:picChg>
      </pc:sldChg>
      <pc:sldChg chg="addSp delSp modSp add mod ord">
        <pc:chgData name="Muthee Mary Wangari" userId="5db8347e-42b8-4b65-b7d3-33df5cba0d92" providerId="ADAL" clId="{7046AE64-A725-4449-AF2E-0390C90CB133}" dt="2025-11-24T20:28:44.440" v="1602" actId="1076"/>
        <pc:sldMkLst>
          <pc:docMk/>
          <pc:sldMk cId="317018497" sldId="274"/>
        </pc:sldMkLst>
        <pc:spChg chg="mod">
          <ac:chgData name="Muthee Mary Wangari" userId="5db8347e-42b8-4b65-b7d3-33df5cba0d92" providerId="ADAL" clId="{7046AE64-A725-4449-AF2E-0390C90CB133}" dt="2025-11-24T20:19:43.380" v="1389" actId="20577"/>
          <ac:spMkLst>
            <pc:docMk/>
            <pc:sldMk cId="317018497" sldId="274"/>
            <ac:spMk id="2" creationId="{7640EC62-0751-C0FD-F9F9-E04D74E4E648}"/>
          </ac:spMkLst>
        </pc:spChg>
        <pc:spChg chg="mod">
          <ac:chgData name="Muthee Mary Wangari" userId="5db8347e-42b8-4b65-b7d3-33df5cba0d92" providerId="ADAL" clId="{7046AE64-A725-4449-AF2E-0390C90CB133}" dt="2025-11-24T20:28:44.440" v="1602" actId="1076"/>
          <ac:spMkLst>
            <pc:docMk/>
            <pc:sldMk cId="317018497" sldId="274"/>
            <ac:spMk id="3" creationId="{8F10BE7B-503D-912F-1E14-0835C9A1EFDA}"/>
          </ac:spMkLst>
        </pc:spChg>
        <pc:picChg chg="del">
          <ac:chgData name="Muthee Mary Wangari" userId="5db8347e-42b8-4b65-b7d3-33df5cba0d92" providerId="ADAL" clId="{7046AE64-A725-4449-AF2E-0390C90CB133}" dt="2025-11-24T20:19:46.211" v="1390" actId="478"/>
          <ac:picMkLst>
            <pc:docMk/>
            <pc:sldMk cId="317018497" sldId="274"/>
            <ac:picMk id="10" creationId="{7625F3A2-A119-CBE5-733E-C18553DC2F8F}"/>
          </ac:picMkLst>
        </pc:picChg>
        <pc:picChg chg="add mod">
          <ac:chgData name="Muthee Mary Wangari" userId="5db8347e-42b8-4b65-b7d3-33df5cba0d92" providerId="ADAL" clId="{7046AE64-A725-4449-AF2E-0390C90CB133}" dt="2025-11-24T20:28:41.272" v="1601" actId="1076"/>
          <ac:picMkLst>
            <pc:docMk/>
            <pc:sldMk cId="317018497" sldId="274"/>
            <ac:picMk id="11" creationId="{8C1A301E-48A4-81BB-F7C0-11D92EEEAB4F}"/>
          </ac:picMkLst>
        </pc:picChg>
      </pc:sldChg>
      <pc:sldChg chg="modSp add mod ord">
        <pc:chgData name="Muthee Mary Wangari" userId="5db8347e-42b8-4b65-b7d3-33df5cba0d92" providerId="ADAL" clId="{7046AE64-A725-4449-AF2E-0390C90CB133}" dt="2025-11-24T20:35:16.761" v="1672"/>
        <pc:sldMkLst>
          <pc:docMk/>
          <pc:sldMk cId="1714060228" sldId="275"/>
        </pc:sldMkLst>
        <pc:spChg chg="mod">
          <ac:chgData name="Muthee Mary Wangari" userId="5db8347e-42b8-4b65-b7d3-33df5cba0d92" providerId="ADAL" clId="{7046AE64-A725-4449-AF2E-0390C90CB133}" dt="2025-11-24T20:22:10.448" v="1439" actId="20577"/>
          <ac:spMkLst>
            <pc:docMk/>
            <pc:sldMk cId="1714060228" sldId="275"/>
            <ac:spMk id="2" creationId="{B329C8B0-4D05-4D6C-80AE-19E7615B757A}"/>
          </ac:spMkLst>
        </pc:spChg>
        <pc:spChg chg="mod">
          <ac:chgData name="Muthee Mary Wangari" userId="5db8347e-42b8-4b65-b7d3-33df5cba0d92" providerId="ADAL" clId="{7046AE64-A725-4449-AF2E-0390C90CB133}" dt="2025-11-24T20:28:36.488" v="1600" actId="1076"/>
          <ac:spMkLst>
            <pc:docMk/>
            <pc:sldMk cId="1714060228" sldId="275"/>
            <ac:spMk id="3" creationId="{20107D27-0DA1-C634-B6B3-99AF969770BC}"/>
          </ac:spMkLst>
        </pc:spChg>
        <pc:picChg chg="mod">
          <ac:chgData name="Muthee Mary Wangari" userId="5db8347e-42b8-4b65-b7d3-33df5cba0d92" providerId="ADAL" clId="{7046AE64-A725-4449-AF2E-0390C90CB133}" dt="2025-11-24T20:26:48.975" v="1449" actId="1076"/>
          <ac:picMkLst>
            <pc:docMk/>
            <pc:sldMk cId="1714060228" sldId="275"/>
            <ac:picMk id="11" creationId="{30C62086-140F-930C-B028-07D21D07969B}"/>
          </ac:picMkLst>
        </pc:picChg>
      </pc:sldChg>
      <pc:sldChg chg="modSp add mod ord">
        <pc:chgData name="Muthee Mary Wangari" userId="5db8347e-42b8-4b65-b7d3-33df5cba0d92" providerId="ADAL" clId="{7046AE64-A725-4449-AF2E-0390C90CB133}" dt="2025-11-24T20:36:40.704" v="1693" actId="27636"/>
        <pc:sldMkLst>
          <pc:docMk/>
          <pc:sldMk cId="3462935054" sldId="276"/>
        </pc:sldMkLst>
        <pc:spChg chg="mod">
          <ac:chgData name="Muthee Mary Wangari" userId="5db8347e-42b8-4b65-b7d3-33df5cba0d92" providerId="ADAL" clId="{7046AE64-A725-4449-AF2E-0390C90CB133}" dt="2025-11-24T20:36:40.704" v="1693" actId="27636"/>
          <ac:spMkLst>
            <pc:docMk/>
            <pc:sldMk cId="3462935054" sldId="276"/>
            <ac:spMk id="3" creationId="{245243B4-7D66-0A2C-A60B-21F1DF4A153C}"/>
          </ac:spMkLst>
        </pc:spChg>
        <pc:picChg chg="mod">
          <ac:chgData name="Muthee Mary Wangari" userId="5db8347e-42b8-4b65-b7d3-33df5cba0d92" providerId="ADAL" clId="{7046AE64-A725-4449-AF2E-0390C90CB133}" dt="2025-11-24T20:29:56.960" v="1610" actId="1076"/>
          <ac:picMkLst>
            <pc:docMk/>
            <pc:sldMk cId="3462935054" sldId="276"/>
            <ac:picMk id="11" creationId="{D22C3797-884C-29E6-9280-024D6153031B}"/>
          </ac:picMkLst>
        </pc:picChg>
      </pc:sldChg>
      <pc:sldChg chg="addSp delSp modSp new mod setBg">
        <pc:chgData name="Muthee Mary Wangari" userId="5db8347e-42b8-4b65-b7d3-33df5cba0d92" providerId="ADAL" clId="{7046AE64-A725-4449-AF2E-0390C90CB133}" dt="2025-11-24T21:27:25.337" v="2467"/>
        <pc:sldMkLst>
          <pc:docMk/>
          <pc:sldMk cId="4008653408" sldId="277"/>
        </pc:sldMkLst>
        <pc:spChg chg="mod ord">
          <ac:chgData name="Muthee Mary Wangari" userId="5db8347e-42b8-4b65-b7d3-33df5cba0d92" providerId="ADAL" clId="{7046AE64-A725-4449-AF2E-0390C90CB133}" dt="2025-11-24T21:26:36.090" v="2466" actId="26606"/>
          <ac:spMkLst>
            <pc:docMk/>
            <pc:sldMk cId="4008653408" sldId="277"/>
            <ac:spMk id="2" creationId="{D008F878-F7B4-6A8B-0CF0-0F2403156123}"/>
          </ac:spMkLst>
        </pc:spChg>
        <pc:spChg chg="add del mod">
          <ac:chgData name="Muthee Mary Wangari" userId="5db8347e-42b8-4b65-b7d3-33df5cba0d92" providerId="ADAL" clId="{7046AE64-A725-4449-AF2E-0390C90CB133}" dt="2025-11-24T20:44:59.359" v="1995" actId="26606"/>
          <ac:spMkLst>
            <pc:docMk/>
            <pc:sldMk cId="4008653408" sldId="277"/>
            <ac:spMk id="3" creationId="{242AA697-25ED-CC05-F653-417461743A99}"/>
          </ac:spMkLst>
        </pc:spChg>
        <pc:spChg chg="add mod ord">
          <ac:chgData name="Muthee Mary Wangari" userId="5db8347e-42b8-4b65-b7d3-33df5cba0d92" providerId="ADAL" clId="{7046AE64-A725-4449-AF2E-0390C90CB133}" dt="2025-11-24T21:26:36.090" v="2466" actId="26606"/>
          <ac:spMkLst>
            <pc:docMk/>
            <pc:sldMk cId="4008653408" sldId="277"/>
            <ac:spMk id="7" creationId="{0D85C296-AE1D-78B0-54BE-1D896F65D8FB}"/>
          </ac:spMkLst>
        </pc:spChg>
        <pc:spChg chg="add del">
          <ac:chgData name="Muthee Mary Wangari" userId="5db8347e-42b8-4b65-b7d3-33df5cba0d92" providerId="ADAL" clId="{7046AE64-A725-4449-AF2E-0390C90CB133}" dt="2025-11-24T20:45:24.748" v="2002" actId="26606"/>
          <ac:spMkLst>
            <pc:docMk/>
            <pc:sldMk cId="4008653408" sldId="277"/>
            <ac:spMk id="11" creationId="{19F9BF86-FE94-4517-B97D-026C7515E589}"/>
          </ac:spMkLst>
        </pc:spChg>
        <pc:spChg chg="add del">
          <ac:chgData name="Muthee Mary Wangari" userId="5db8347e-42b8-4b65-b7d3-33df5cba0d92" providerId="ADAL" clId="{7046AE64-A725-4449-AF2E-0390C90CB133}" dt="2025-11-24T20:46:18.429" v="2018" actId="26606"/>
          <ac:spMkLst>
            <pc:docMk/>
            <pc:sldMk cId="4008653408" sldId="277"/>
            <ac:spMk id="18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20:46:18.429" v="2018" actId="26606"/>
          <ac:spMkLst>
            <pc:docMk/>
            <pc:sldMk cId="4008653408" sldId="277"/>
            <ac:spMk id="20" creationId="{0225C01B-A296-4FAA-AA46-794F27DF6934}"/>
          </ac:spMkLst>
        </pc:spChg>
        <pc:spChg chg="add del">
          <ac:chgData name="Muthee Mary Wangari" userId="5db8347e-42b8-4b65-b7d3-33df5cba0d92" providerId="ADAL" clId="{7046AE64-A725-4449-AF2E-0390C90CB133}" dt="2025-11-24T20:46:18.407" v="2017" actId="26606"/>
          <ac:spMkLst>
            <pc:docMk/>
            <pc:sldMk cId="4008653408" sldId="277"/>
            <ac:spMk id="27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26:36.090" v="2466" actId="26606"/>
          <ac:spMkLst>
            <pc:docMk/>
            <pc:sldMk cId="4008653408" sldId="277"/>
            <ac:spMk id="31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26:36.071" v="2465" actId="26606"/>
          <ac:spMkLst>
            <pc:docMk/>
            <pc:sldMk cId="4008653408" sldId="277"/>
            <ac:spMk id="37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21:26:36.071" v="2465" actId="26606"/>
          <ac:spMkLst>
            <pc:docMk/>
            <pc:sldMk cId="4008653408" sldId="277"/>
            <ac:spMk id="39" creationId="{0225C01B-A296-4FAA-AA46-794F27DF6934}"/>
          </ac:spMkLst>
        </pc:spChg>
        <pc:spChg chg="add">
          <ac:chgData name="Muthee Mary Wangari" userId="5db8347e-42b8-4b65-b7d3-33df5cba0d92" providerId="ADAL" clId="{7046AE64-A725-4449-AF2E-0390C90CB133}" dt="2025-11-24T21:26:36.090" v="2466" actId="26606"/>
          <ac:spMkLst>
            <pc:docMk/>
            <pc:sldMk cId="4008653408" sldId="277"/>
            <ac:spMk id="43" creationId="{744CAA32-F237-419C-A2DD-43C28D920D3C}"/>
          </ac:spMkLst>
        </pc:spChg>
        <pc:grpChg chg="add mod">
          <ac:chgData name="Muthee Mary Wangari" userId="5db8347e-42b8-4b65-b7d3-33df5cba0d92" providerId="ADAL" clId="{7046AE64-A725-4449-AF2E-0390C90CB133}" dt="2025-11-24T21:27:25.337" v="2467"/>
          <ac:grpSpMkLst>
            <pc:docMk/>
            <pc:sldMk cId="4008653408" sldId="277"/>
            <ac:grpSpMk id="8" creationId="{C3176915-4A9E-5435-CD00-A72A9AD8A51D}"/>
          </ac:grpSpMkLst>
        </pc:grpChg>
        <pc:graphicFrameChg chg="add del">
          <ac:chgData name="Muthee Mary Wangari" userId="5db8347e-42b8-4b65-b7d3-33df5cba0d92" providerId="ADAL" clId="{7046AE64-A725-4449-AF2E-0390C90CB133}" dt="2025-11-24T20:44:12.677" v="1972" actId="26606"/>
          <ac:graphicFrameMkLst>
            <pc:docMk/>
            <pc:sldMk cId="4008653408" sldId="277"/>
            <ac:graphicFrameMk id="5" creationId="{5C78774B-A372-7807-9739-779BD7CCDF3C}"/>
          </ac:graphicFrameMkLst>
        </pc:graphicFrameChg>
        <pc:picChg chg="add mod ord">
          <ac:chgData name="Muthee Mary Wangari" userId="5db8347e-42b8-4b65-b7d3-33df5cba0d92" providerId="ADAL" clId="{7046AE64-A725-4449-AF2E-0390C90CB133}" dt="2025-11-24T21:26:36.090" v="2466" actId="26606"/>
          <ac:picMkLst>
            <pc:docMk/>
            <pc:sldMk cId="4008653408" sldId="277"/>
            <ac:picMk id="6" creationId="{14009F5F-2C2E-9EB9-0CEA-517341DC422F}"/>
          </ac:picMkLst>
        </pc:picChg>
        <pc:picChg chg="mod">
          <ac:chgData name="Muthee Mary Wangari" userId="5db8347e-42b8-4b65-b7d3-33df5cba0d92" providerId="ADAL" clId="{7046AE64-A725-4449-AF2E-0390C90CB133}" dt="2025-11-24T21:27:25.337" v="2467"/>
          <ac:picMkLst>
            <pc:docMk/>
            <pc:sldMk cId="4008653408" sldId="277"/>
            <ac:picMk id="10" creationId="{47D4A942-E8F2-B8A2-02DC-D12805AB800A}"/>
          </ac:picMkLst>
        </pc:picChg>
        <pc:picChg chg="mod">
          <ac:chgData name="Muthee Mary Wangari" userId="5db8347e-42b8-4b65-b7d3-33df5cba0d92" providerId="ADAL" clId="{7046AE64-A725-4449-AF2E-0390C90CB133}" dt="2025-11-24T21:27:25.337" v="2467"/>
          <ac:picMkLst>
            <pc:docMk/>
            <pc:sldMk cId="4008653408" sldId="277"/>
            <ac:picMk id="12" creationId="{0F88895C-A24F-1B08-0597-1253BC3B2D00}"/>
          </ac:picMkLst>
        </pc:picChg>
        <pc:picChg chg="mod">
          <ac:chgData name="Muthee Mary Wangari" userId="5db8347e-42b8-4b65-b7d3-33df5cba0d92" providerId="ADAL" clId="{7046AE64-A725-4449-AF2E-0390C90CB133}" dt="2025-11-24T21:27:25.337" v="2467"/>
          <ac:picMkLst>
            <pc:docMk/>
            <pc:sldMk cId="4008653408" sldId="277"/>
            <ac:picMk id="14" creationId="{A3DE3D0C-B6C1-F7B9-C2D6-E9561B16A1BE}"/>
          </ac:picMkLst>
        </pc:picChg>
        <pc:picChg chg="mod">
          <ac:chgData name="Muthee Mary Wangari" userId="5db8347e-42b8-4b65-b7d3-33df5cba0d92" providerId="ADAL" clId="{7046AE64-A725-4449-AF2E-0390C90CB133}" dt="2025-11-24T21:27:25.337" v="2467"/>
          <ac:picMkLst>
            <pc:docMk/>
            <pc:sldMk cId="4008653408" sldId="277"/>
            <ac:picMk id="15" creationId="{1FD7EBF7-991C-2ABE-B810-2364F62470D6}"/>
          </ac:picMkLst>
        </pc:picChg>
        <pc:cxnChg chg="add del">
          <ac:chgData name="Muthee Mary Wangari" userId="5db8347e-42b8-4b65-b7d3-33df5cba0d92" providerId="ADAL" clId="{7046AE64-A725-4449-AF2E-0390C90CB133}" dt="2025-11-24T20:45:24.748" v="2002" actId="26606"/>
          <ac:cxnSpMkLst>
            <pc:docMk/>
            <pc:sldMk cId="4008653408" sldId="277"/>
            <ac:cxnSpMk id="9" creationId="{118E06E4-607B-144B-382B-AD3D06B1EE8C}"/>
          </ac:cxnSpMkLst>
        </pc:cxnChg>
        <pc:cxnChg chg="add del">
          <ac:chgData name="Muthee Mary Wangari" userId="5db8347e-42b8-4b65-b7d3-33df5cba0d92" providerId="ADAL" clId="{7046AE64-A725-4449-AF2E-0390C90CB133}" dt="2025-11-24T20:45:24.748" v="2002" actId="26606"/>
          <ac:cxnSpMkLst>
            <pc:docMk/>
            <pc:sldMk cId="4008653408" sldId="277"/>
            <ac:cxnSpMk id="13" creationId="{6CA391F1-4B2C-521B-F6A5-52C74B30349D}"/>
          </ac:cxnSpMkLst>
        </pc:cxnChg>
        <pc:cxnChg chg="add del">
          <ac:chgData name="Muthee Mary Wangari" userId="5db8347e-42b8-4b65-b7d3-33df5cba0d92" providerId="ADAL" clId="{7046AE64-A725-4449-AF2E-0390C90CB133}" dt="2025-11-24T20:46:18.429" v="2018" actId="26606"/>
          <ac:cxnSpMkLst>
            <pc:docMk/>
            <pc:sldMk cId="4008653408" sldId="277"/>
            <ac:cxnSpMk id="22" creationId="{62713E66-598D-4B8A-9D2A-67C7AF46EF11}"/>
          </ac:cxnSpMkLst>
        </pc:cxnChg>
        <pc:cxnChg chg="add del">
          <ac:chgData name="Muthee Mary Wangari" userId="5db8347e-42b8-4b65-b7d3-33df5cba0d92" providerId="ADAL" clId="{7046AE64-A725-4449-AF2E-0390C90CB133}" dt="2025-11-24T20:46:18.407" v="2017" actId="26606"/>
          <ac:cxnSpMkLst>
            <pc:docMk/>
            <pc:sldMk cId="4008653408" sldId="277"/>
            <ac:cxnSpMk id="29" creationId="{691422F5-4221-4812-AFD9-5479C6D60AD9}"/>
          </ac:cxnSpMkLst>
        </pc:cxnChg>
        <pc:cxnChg chg="add del">
          <ac:chgData name="Muthee Mary Wangari" userId="5db8347e-42b8-4b65-b7d3-33df5cba0d92" providerId="ADAL" clId="{7046AE64-A725-4449-AF2E-0390C90CB133}" dt="2025-11-24T21:26:36.090" v="2466" actId="26606"/>
          <ac:cxnSpMkLst>
            <pc:docMk/>
            <pc:sldMk cId="4008653408" sldId="277"/>
            <ac:cxnSpMk id="32" creationId="{753FE100-D0AB-4AE2-824B-60CFA31EC6A2}"/>
          </ac:cxnSpMkLst>
        </pc:cxnChg>
        <pc:cxnChg chg="add del">
          <ac:chgData name="Muthee Mary Wangari" userId="5db8347e-42b8-4b65-b7d3-33df5cba0d92" providerId="ADAL" clId="{7046AE64-A725-4449-AF2E-0390C90CB133}" dt="2025-11-24T21:26:36.071" v="2465" actId="26606"/>
          <ac:cxnSpMkLst>
            <pc:docMk/>
            <pc:sldMk cId="4008653408" sldId="277"/>
            <ac:cxnSpMk id="41" creationId="{62713E66-598D-4B8A-9D2A-67C7AF46EF11}"/>
          </ac:cxnSpMkLst>
        </pc:cxnChg>
        <pc:cxnChg chg="add">
          <ac:chgData name="Muthee Mary Wangari" userId="5db8347e-42b8-4b65-b7d3-33df5cba0d92" providerId="ADAL" clId="{7046AE64-A725-4449-AF2E-0390C90CB133}" dt="2025-11-24T21:26:36.090" v="2466" actId="26606"/>
          <ac:cxnSpMkLst>
            <pc:docMk/>
            <pc:sldMk cId="4008653408" sldId="277"/>
            <ac:cxnSpMk id="44" creationId="{691422F5-4221-4812-AFD9-5479C6D60AD9}"/>
          </ac:cxnSpMkLst>
        </pc:cxnChg>
      </pc:sldChg>
      <pc:sldChg chg="addSp delSp modSp new del mod ord setBg">
        <pc:chgData name="Muthee Mary Wangari" userId="5db8347e-42b8-4b65-b7d3-33df5cba0d92" providerId="ADAL" clId="{7046AE64-A725-4449-AF2E-0390C90CB133}" dt="2025-11-24T21:24:00.936" v="2390" actId="2696"/>
        <pc:sldMkLst>
          <pc:docMk/>
          <pc:sldMk cId="426503431" sldId="278"/>
        </pc:sldMkLst>
        <pc:spChg chg="mod ord">
          <ac:chgData name="Muthee Mary Wangari" userId="5db8347e-42b8-4b65-b7d3-33df5cba0d92" providerId="ADAL" clId="{7046AE64-A725-4449-AF2E-0390C90CB133}" dt="2025-11-24T21:18:53.431" v="2215" actId="20577"/>
          <ac:spMkLst>
            <pc:docMk/>
            <pc:sldMk cId="426503431" sldId="278"/>
            <ac:spMk id="2" creationId="{FC3FE9CB-AA24-849D-5B72-7DE518CD89C9}"/>
          </ac:spMkLst>
        </pc:spChg>
        <pc:spChg chg="mod ord">
          <ac:chgData name="Muthee Mary Wangari" userId="5db8347e-42b8-4b65-b7d3-33df5cba0d92" providerId="ADAL" clId="{7046AE64-A725-4449-AF2E-0390C90CB133}" dt="2025-11-24T21:18:25.847" v="2192" actId="14100"/>
          <ac:spMkLst>
            <pc:docMk/>
            <pc:sldMk cId="426503431" sldId="278"/>
            <ac:spMk id="3" creationId="{98692948-2D46-ECB5-70E0-2EAD20811EBE}"/>
          </ac:spMkLst>
        </pc:spChg>
        <pc:spChg chg="add del">
          <ac:chgData name="Muthee Mary Wangari" userId="5db8347e-42b8-4b65-b7d3-33df5cba0d92" providerId="ADAL" clId="{7046AE64-A725-4449-AF2E-0390C90CB133}" dt="2025-11-24T21:15:49.892" v="2115" actId="26606"/>
          <ac:spMkLst>
            <pc:docMk/>
            <pc:sldMk cId="426503431" sldId="278"/>
            <ac:spMk id="6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14:50.278" v="2053" actId="26606"/>
          <ac:spMkLst>
            <pc:docMk/>
            <pc:sldMk cId="426503431" sldId="278"/>
            <ac:spMk id="9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15:49.880" v="2114" actId="26606"/>
          <ac:spMkLst>
            <pc:docMk/>
            <pc:sldMk cId="426503431" sldId="278"/>
            <ac:spMk id="13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21:15:49.880" v="2114" actId="26606"/>
          <ac:spMkLst>
            <pc:docMk/>
            <pc:sldMk cId="426503431" sldId="278"/>
            <ac:spMk id="15" creationId="{0225C01B-A296-4FAA-AA46-794F27DF6934}"/>
          </ac:spMkLst>
        </pc:spChg>
        <pc:spChg chg="add del">
          <ac:chgData name="Muthee Mary Wangari" userId="5db8347e-42b8-4b65-b7d3-33df5cba0d92" providerId="ADAL" clId="{7046AE64-A725-4449-AF2E-0390C90CB133}" dt="2025-11-24T21:18:11.053" v="2189" actId="26606"/>
          <ac:spMkLst>
            <pc:docMk/>
            <pc:sldMk cId="426503431" sldId="278"/>
            <ac:spMk id="19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17:46.765" v="2180" actId="26606"/>
          <ac:spMkLst>
            <pc:docMk/>
            <pc:sldMk cId="426503431" sldId="278"/>
            <ac:spMk id="25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17:50.748" v="2182" actId="26606"/>
          <ac:spMkLst>
            <pc:docMk/>
            <pc:sldMk cId="426503431" sldId="278"/>
            <ac:spMk id="30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21:17:50.748" v="2182" actId="26606"/>
          <ac:spMkLst>
            <pc:docMk/>
            <pc:sldMk cId="426503431" sldId="278"/>
            <ac:spMk id="31" creationId="{0225C01B-A296-4FAA-AA46-794F27DF6934}"/>
          </ac:spMkLst>
        </pc:spChg>
        <pc:spChg chg="add del">
          <ac:chgData name="Muthee Mary Wangari" userId="5db8347e-42b8-4b65-b7d3-33df5cba0d92" providerId="ADAL" clId="{7046AE64-A725-4449-AF2E-0390C90CB133}" dt="2025-11-24T21:17:53.717" v="2184" actId="26606"/>
          <ac:spMkLst>
            <pc:docMk/>
            <pc:sldMk cId="426503431" sldId="278"/>
            <ac:spMk id="33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17:56.558" v="2186" actId="26606"/>
          <ac:spMkLst>
            <pc:docMk/>
            <pc:sldMk cId="426503431" sldId="278"/>
            <ac:spMk id="36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18:11.039" v="2188" actId="26606"/>
          <ac:spMkLst>
            <pc:docMk/>
            <pc:sldMk cId="426503431" sldId="278"/>
            <ac:spMk id="39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18:11.039" v="2188" actId="26606"/>
          <ac:spMkLst>
            <pc:docMk/>
            <pc:sldMk cId="426503431" sldId="278"/>
            <ac:spMk id="40" creationId="{F7017262-EEEC-4F5E-917D-A55E68A1194C}"/>
          </ac:spMkLst>
        </pc:spChg>
        <pc:spChg chg="add">
          <ac:chgData name="Muthee Mary Wangari" userId="5db8347e-42b8-4b65-b7d3-33df5cba0d92" providerId="ADAL" clId="{7046AE64-A725-4449-AF2E-0390C90CB133}" dt="2025-11-24T21:18:11.053" v="2189" actId="26606"/>
          <ac:spMkLst>
            <pc:docMk/>
            <pc:sldMk cId="426503431" sldId="278"/>
            <ac:spMk id="43" creationId="{744CAA32-F237-419C-A2DD-43C28D920D3C}"/>
          </ac:spMkLst>
        </pc:spChg>
        <pc:picChg chg="add del">
          <ac:chgData name="Muthee Mary Wangari" userId="5db8347e-42b8-4b65-b7d3-33df5cba0d92" providerId="ADAL" clId="{7046AE64-A725-4449-AF2E-0390C90CB133}" dt="2025-11-24T21:14:50.278" v="2053" actId="26606"/>
          <ac:picMkLst>
            <pc:docMk/>
            <pc:sldMk cId="426503431" sldId="278"/>
            <ac:picMk id="5" creationId="{08D2CEE1-4183-435F-A1D8-8BB5A8CEEF7B}"/>
          </ac:picMkLst>
        </pc:picChg>
        <pc:picChg chg="add del mod ord">
          <ac:chgData name="Muthee Mary Wangari" userId="5db8347e-42b8-4b65-b7d3-33df5cba0d92" providerId="ADAL" clId="{7046AE64-A725-4449-AF2E-0390C90CB133}" dt="2025-11-24T21:18:23.824" v="2191" actId="21"/>
          <ac:picMkLst>
            <pc:docMk/>
            <pc:sldMk cId="426503431" sldId="278"/>
            <ac:picMk id="7" creationId="{3FD852CF-8158-2D03-83E1-F56CC582DB57}"/>
          </ac:picMkLst>
        </pc:picChg>
        <pc:cxnChg chg="add del">
          <ac:chgData name="Muthee Mary Wangari" userId="5db8347e-42b8-4b65-b7d3-33df5cba0d92" providerId="ADAL" clId="{7046AE64-A725-4449-AF2E-0390C90CB133}" dt="2025-11-24T21:15:49.892" v="2115" actId="26606"/>
          <ac:cxnSpMkLst>
            <pc:docMk/>
            <pc:sldMk cId="426503431" sldId="278"/>
            <ac:cxnSpMk id="8" creationId="{08052531-D50B-3899-B150-D05525F4F2BC}"/>
          </ac:cxnSpMkLst>
        </pc:cxnChg>
        <pc:cxnChg chg="add del">
          <ac:chgData name="Muthee Mary Wangari" userId="5db8347e-42b8-4b65-b7d3-33df5cba0d92" providerId="ADAL" clId="{7046AE64-A725-4449-AF2E-0390C90CB133}" dt="2025-11-24T21:14:50.278" v="2053" actId="26606"/>
          <ac:cxnSpMkLst>
            <pc:docMk/>
            <pc:sldMk cId="426503431" sldId="278"/>
            <ac:cxnSpMk id="11" creationId="{691422F5-4221-4812-AFD9-5479C6D60AD9}"/>
          </ac:cxnSpMkLst>
        </pc:cxnChg>
        <pc:cxnChg chg="add del">
          <ac:chgData name="Muthee Mary Wangari" userId="5db8347e-42b8-4b65-b7d3-33df5cba0d92" providerId="ADAL" clId="{7046AE64-A725-4449-AF2E-0390C90CB133}" dt="2025-11-24T21:15:49.880" v="2114" actId="26606"/>
          <ac:cxnSpMkLst>
            <pc:docMk/>
            <pc:sldMk cId="426503431" sldId="278"/>
            <ac:cxnSpMk id="17" creationId="{62713E66-598D-4B8A-9D2A-67C7AF46EF11}"/>
          </ac:cxnSpMkLst>
        </pc:cxnChg>
        <pc:cxnChg chg="add del">
          <ac:chgData name="Muthee Mary Wangari" userId="5db8347e-42b8-4b65-b7d3-33df5cba0d92" providerId="ADAL" clId="{7046AE64-A725-4449-AF2E-0390C90CB133}" dt="2025-11-24T21:18:11.053" v="2189" actId="26606"/>
          <ac:cxnSpMkLst>
            <pc:docMk/>
            <pc:sldMk cId="426503431" sldId="278"/>
            <ac:cxnSpMk id="20" creationId="{753FE100-D0AB-4AE2-824B-60CFA31EC6A2}"/>
          </ac:cxnSpMkLst>
        </pc:cxnChg>
        <pc:cxnChg chg="add del">
          <ac:chgData name="Muthee Mary Wangari" userId="5db8347e-42b8-4b65-b7d3-33df5cba0d92" providerId="ADAL" clId="{7046AE64-A725-4449-AF2E-0390C90CB133}" dt="2025-11-24T21:17:46.765" v="2180" actId="26606"/>
          <ac:cxnSpMkLst>
            <pc:docMk/>
            <pc:sldMk cId="426503431" sldId="278"/>
            <ac:cxnSpMk id="27" creationId="{753FE100-D0AB-4AE2-824B-60CFA31EC6A2}"/>
          </ac:cxnSpMkLst>
        </pc:cxnChg>
        <pc:cxnChg chg="add del">
          <ac:chgData name="Muthee Mary Wangari" userId="5db8347e-42b8-4b65-b7d3-33df5cba0d92" providerId="ADAL" clId="{7046AE64-A725-4449-AF2E-0390C90CB133}" dt="2025-11-24T21:17:50.748" v="2182" actId="26606"/>
          <ac:cxnSpMkLst>
            <pc:docMk/>
            <pc:sldMk cId="426503431" sldId="278"/>
            <ac:cxnSpMk id="29" creationId="{62713E66-598D-4B8A-9D2A-67C7AF46EF11}"/>
          </ac:cxnSpMkLst>
        </pc:cxnChg>
        <pc:cxnChg chg="add del">
          <ac:chgData name="Muthee Mary Wangari" userId="5db8347e-42b8-4b65-b7d3-33df5cba0d92" providerId="ADAL" clId="{7046AE64-A725-4449-AF2E-0390C90CB133}" dt="2025-11-24T21:17:53.717" v="2184" actId="26606"/>
          <ac:cxnSpMkLst>
            <pc:docMk/>
            <pc:sldMk cId="426503431" sldId="278"/>
            <ac:cxnSpMk id="34" creationId="{691422F5-4221-4812-AFD9-5479C6D60AD9}"/>
          </ac:cxnSpMkLst>
        </pc:cxnChg>
        <pc:cxnChg chg="add del">
          <ac:chgData name="Muthee Mary Wangari" userId="5db8347e-42b8-4b65-b7d3-33df5cba0d92" providerId="ADAL" clId="{7046AE64-A725-4449-AF2E-0390C90CB133}" dt="2025-11-24T21:17:56.558" v="2186" actId="26606"/>
          <ac:cxnSpMkLst>
            <pc:docMk/>
            <pc:sldMk cId="426503431" sldId="278"/>
            <ac:cxnSpMk id="37" creationId="{92025DBA-8780-9CA0-2826-FF6E3BD1A0C9}"/>
          </ac:cxnSpMkLst>
        </pc:cxnChg>
        <pc:cxnChg chg="add del">
          <ac:chgData name="Muthee Mary Wangari" userId="5db8347e-42b8-4b65-b7d3-33df5cba0d92" providerId="ADAL" clId="{7046AE64-A725-4449-AF2E-0390C90CB133}" dt="2025-11-24T21:18:11.039" v="2188" actId="26606"/>
          <ac:cxnSpMkLst>
            <pc:docMk/>
            <pc:sldMk cId="426503431" sldId="278"/>
            <ac:cxnSpMk id="41" creationId="{9A3EDAAA-869E-4AA2-A7CE-BF2C025963E8}"/>
          </ac:cxnSpMkLst>
        </pc:cxnChg>
        <pc:cxnChg chg="add">
          <ac:chgData name="Muthee Mary Wangari" userId="5db8347e-42b8-4b65-b7d3-33df5cba0d92" providerId="ADAL" clId="{7046AE64-A725-4449-AF2E-0390C90CB133}" dt="2025-11-24T21:18:11.053" v="2189" actId="26606"/>
          <ac:cxnSpMkLst>
            <pc:docMk/>
            <pc:sldMk cId="426503431" sldId="278"/>
            <ac:cxnSpMk id="44" creationId="{92025DBA-8780-9CA0-2826-FF6E3BD1A0C9}"/>
          </ac:cxnSpMkLst>
        </pc:cxnChg>
      </pc:sldChg>
      <pc:sldChg chg="modSp new del mod">
        <pc:chgData name="Muthee Mary Wangari" userId="5db8347e-42b8-4b65-b7d3-33df5cba0d92" providerId="ADAL" clId="{7046AE64-A725-4449-AF2E-0390C90CB133}" dt="2025-11-24T20:44:12.082" v="1971" actId="680"/>
        <pc:sldMkLst>
          <pc:docMk/>
          <pc:sldMk cId="2461252302" sldId="278"/>
        </pc:sldMkLst>
        <pc:spChg chg="mod">
          <ac:chgData name="Muthee Mary Wangari" userId="5db8347e-42b8-4b65-b7d3-33df5cba0d92" providerId="ADAL" clId="{7046AE64-A725-4449-AF2E-0390C90CB133}" dt="2025-11-24T20:44:09.490" v="1970" actId="20577"/>
          <ac:spMkLst>
            <pc:docMk/>
            <pc:sldMk cId="2461252302" sldId="278"/>
            <ac:spMk id="2" creationId="{B50CBAD2-7991-96AF-9046-9711552261A1}"/>
          </ac:spMkLst>
        </pc:spChg>
      </pc:sldChg>
      <pc:sldChg chg="addSp delSp modSp new mod setBg setClrOvrMap">
        <pc:chgData name="Muthee Mary Wangari" userId="5db8347e-42b8-4b65-b7d3-33df5cba0d92" providerId="ADAL" clId="{7046AE64-A725-4449-AF2E-0390C90CB133}" dt="2025-11-24T21:28:12.191" v="2476" actId="21"/>
        <pc:sldMkLst>
          <pc:docMk/>
          <pc:sldMk cId="1668597092" sldId="279"/>
        </pc:sldMkLst>
        <pc:spChg chg="mod ord">
          <ac:chgData name="Muthee Mary Wangari" userId="5db8347e-42b8-4b65-b7d3-33df5cba0d92" providerId="ADAL" clId="{7046AE64-A725-4449-AF2E-0390C90CB133}" dt="2025-11-24T21:26:04.116" v="2460" actId="27636"/>
          <ac:spMkLst>
            <pc:docMk/>
            <pc:sldMk cId="1668597092" sldId="279"/>
            <ac:spMk id="2" creationId="{DDFAF533-C0A1-9040-687E-9E8EA4CCB358}"/>
          </ac:spMkLst>
        </pc:spChg>
        <pc:spChg chg="add del mod">
          <ac:chgData name="Muthee Mary Wangari" userId="5db8347e-42b8-4b65-b7d3-33df5cba0d92" providerId="ADAL" clId="{7046AE64-A725-4449-AF2E-0390C90CB133}" dt="2025-11-24T21:22:22.174" v="2345" actId="26606"/>
          <ac:spMkLst>
            <pc:docMk/>
            <pc:sldMk cId="1668597092" sldId="279"/>
            <ac:spMk id="3" creationId="{F65499F9-B89C-7AEF-D889-1CB10114B631}"/>
          </ac:spMkLst>
        </pc:spChg>
        <pc:spChg chg="add del">
          <ac:chgData name="Muthee Mary Wangari" userId="5db8347e-42b8-4b65-b7d3-33df5cba0d92" providerId="ADAL" clId="{7046AE64-A725-4449-AF2E-0390C90CB133}" dt="2025-11-24T21:23:26.523" v="2357" actId="26606"/>
          <ac:spMkLst>
            <pc:docMk/>
            <pc:sldMk cId="1668597092" sldId="279"/>
            <ac:spMk id="7" creationId="{19F9BF86-FE94-4517-B97D-026C7515E589}"/>
          </ac:spMkLst>
        </pc:spChg>
        <pc:spChg chg="add del">
          <ac:chgData name="Muthee Mary Wangari" userId="5db8347e-42b8-4b65-b7d3-33df5cba0d92" providerId="ADAL" clId="{7046AE64-A725-4449-AF2E-0390C90CB133}" dt="2025-11-24T21:20:05.292" v="2265" actId="26606"/>
          <ac:spMkLst>
            <pc:docMk/>
            <pc:sldMk cId="1668597092" sldId="279"/>
            <ac:spMk id="9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23:26.523" v="2357" actId="26606"/>
          <ac:spMkLst>
            <pc:docMk/>
            <pc:sldMk cId="1668597092" sldId="279"/>
            <ac:spMk id="10" creationId="{05DEC45B-BA77-21C0-3869-05DE7C92376D}"/>
          </ac:spMkLst>
        </pc:spChg>
        <pc:spChg chg="add del">
          <ac:chgData name="Muthee Mary Wangari" userId="5db8347e-42b8-4b65-b7d3-33df5cba0d92" providerId="ADAL" clId="{7046AE64-A725-4449-AF2E-0390C90CB133}" dt="2025-11-24T21:20:13.913" v="2267" actId="26606"/>
          <ac:spMkLst>
            <pc:docMk/>
            <pc:sldMk cId="1668597092" sldId="279"/>
            <ac:spMk id="13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20:17.990" v="2269" actId="26606"/>
          <ac:spMkLst>
            <pc:docMk/>
            <pc:sldMk cId="1668597092" sldId="279"/>
            <ac:spMk id="17" creationId="{744CAA32-F237-419C-A2DD-43C28D920D3C}"/>
          </ac:spMkLst>
        </pc:spChg>
        <pc:spChg chg="add mod">
          <ac:chgData name="Muthee Mary Wangari" userId="5db8347e-42b8-4b65-b7d3-33df5cba0d92" providerId="ADAL" clId="{7046AE64-A725-4449-AF2E-0390C90CB133}" dt="2025-11-24T21:26:18.403" v="2463" actId="5793"/>
          <ac:spMkLst>
            <pc:docMk/>
            <pc:sldMk cId="1668597092" sldId="279"/>
            <ac:spMk id="20" creationId="{C3A7ECAB-5446-EB8E-5D99-2CF127FFBAFC}"/>
          </ac:spMkLst>
        </pc:spChg>
        <pc:spChg chg="add del">
          <ac:chgData name="Muthee Mary Wangari" userId="5db8347e-42b8-4b65-b7d3-33df5cba0d92" providerId="ADAL" clId="{7046AE64-A725-4449-AF2E-0390C90CB133}" dt="2025-11-24T21:20:29.512" v="2271" actId="26606"/>
          <ac:spMkLst>
            <pc:docMk/>
            <pc:sldMk cId="1668597092" sldId="279"/>
            <ac:spMk id="22" creationId="{19F9BF86-FE94-4517-B97D-026C7515E589}"/>
          </ac:spMkLst>
        </pc:spChg>
        <pc:spChg chg="add del">
          <ac:chgData name="Muthee Mary Wangari" userId="5db8347e-42b8-4b65-b7d3-33df5cba0d92" providerId="ADAL" clId="{7046AE64-A725-4449-AF2E-0390C90CB133}" dt="2025-11-24T21:20:29.512" v="2271" actId="26606"/>
          <ac:spMkLst>
            <pc:docMk/>
            <pc:sldMk cId="1668597092" sldId="279"/>
            <ac:spMk id="24" creationId="{05DEC45B-BA77-21C0-3869-05DE7C92376D}"/>
          </ac:spMkLst>
        </pc:spChg>
        <pc:spChg chg="add del">
          <ac:chgData name="Muthee Mary Wangari" userId="5db8347e-42b8-4b65-b7d3-33df5cba0d92" providerId="ADAL" clId="{7046AE64-A725-4449-AF2E-0390C90CB133}" dt="2025-11-24T21:23:14.148" v="2352" actId="26606"/>
          <ac:spMkLst>
            <pc:docMk/>
            <pc:sldMk cId="1668597092" sldId="279"/>
            <ac:spMk id="26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21:20:33.185" v="2273" actId="26606"/>
          <ac:spMkLst>
            <pc:docMk/>
            <pc:sldMk cId="1668597092" sldId="279"/>
            <ac:spMk id="28" creationId="{46B9231A-B34B-4A29-A6AC-532E1EE81575}"/>
          </ac:spMkLst>
        </pc:spChg>
        <pc:spChg chg="add del">
          <ac:chgData name="Muthee Mary Wangari" userId="5db8347e-42b8-4b65-b7d3-33df5cba0d92" providerId="ADAL" clId="{7046AE64-A725-4449-AF2E-0390C90CB133}" dt="2025-11-24T21:23:14.148" v="2352" actId="26606"/>
          <ac:spMkLst>
            <pc:docMk/>
            <pc:sldMk cId="1668597092" sldId="279"/>
            <ac:spMk id="31" creationId="{0225C01B-A296-4FAA-AA46-794F27DF6934}"/>
          </ac:spMkLst>
        </pc:spChg>
        <pc:spChg chg="add del">
          <ac:chgData name="Muthee Mary Wangari" userId="5db8347e-42b8-4b65-b7d3-33df5cba0d92" providerId="ADAL" clId="{7046AE64-A725-4449-AF2E-0390C90CB133}" dt="2025-11-24T21:20:38.371" v="2275" actId="26606"/>
          <ac:spMkLst>
            <pc:docMk/>
            <pc:sldMk cId="1668597092" sldId="279"/>
            <ac:spMk id="33" creationId="{19F9BF86-FE94-4517-B97D-026C7515E589}"/>
          </ac:spMkLst>
        </pc:spChg>
        <pc:spChg chg="add del">
          <ac:chgData name="Muthee Mary Wangari" userId="5db8347e-42b8-4b65-b7d3-33df5cba0d92" providerId="ADAL" clId="{7046AE64-A725-4449-AF2E-0390C90CB133}" dt="2025-11-24T21:20:38.371" v="2275" actId="26606"/>
          <ac:spMkLst>
            <pc:docMk/>
            <pc:sldMk cId="1668597092" sldId="279"/>
            <ac:spMk id="35" creationId="{9E9D00D9-C4F5-471E-BE2C-126CB112A6BD}"/>
          </ac:spMkLst>
        </pc:spChg>
        <pc:spChg chg="add del">
          <ac:chgData name="Muthee Mary Wangari" userId="5db8347e-42b8-4b65-b7d3-33df5cba0d92" providerId="ADAL" clId="{7046AE64-A725-4449-AF2E-0390C90CB133}" dt="2025-11-24T21:23:18.568" v="2354" actId="26606"/>
          <ac:spMkLst>
            <pc:docMk/>
            <pc:sldMk cId="1668597092" sldId="279"/>
            <ac:spMk id="39" creationId="{89BBA96D-760C-44C0-B94F-3FDC8357B2C8}"/>
          </ac:spMkLst>
        </pc:spChg>
        <pc:spChg chg="add del">
          <ac:chgData name="Muthee Mary Wangari" userId="5db8347e-42b8-4b65-b7d3-33df5cba0d92" providerId="ADAL" clId="{7046AE64-A725-4449-AF2E-0390C90CB133}" dt="2025-11-24T21:23:18.568" v="2354" actId="26606"/>
          <ac:spMkLst>
            <pc:docMk/>
            <pc:sldMk cId="1668597092" sldId="279"/>
            <ac:spMk id="40" creationId="{EAA5F1BF-F733-47EA-A79A-01F3AD5A7988}"/>
          </ac:spMkLst>
        </pc:spChg>
        <pc:spChg chg="add del">
          <ac:chgData name="Muthee Mary Wangari" userId="5db8347e-42b8-4b65-b7d3-33df5cba0d92" providerId="ADAL" clId="{7046AE64-A725-4449-AF2E-0390C90CB133}" dt="2025-11-24T21:23:26.511" v="2356" actId="26606"/>
          <ac:spMkLst>
            <pc:docMk/>
            <pc:sldMk cId="1668597092" sldId="279"/>
            <ac:spMk id="43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24:26.094" v="2395" actId="26606"/>
          <ac:spMkLst>
            <pc:docMk/>
            <pc:sldMk cId="1668597092" sldId="279"/>
            <ac:spMk id="46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24:11.157" v="2392" actId="26606"/>
          <ac:spMkLst>
            <pc:docMk/>
            <pc:sldMk cId="1668597092" sldId="279"/>
            <ac:spMk id="52" creationId="{744CAA32-F237-419C-A2DD-43C28D920D3C}"/>
          </ac:spMkLst>
        </pc:spChg>
        <pc:spChg chg="add del">
          <ac:chgData name="Muthee Mary Wangari" userId="5db8347e-42b8-4b65-b7d3-33df5cba0d92" providerId="ADAL" clId="{7046AE64-A725-4449-AF2E-0390C90CB133}" dt="2025-11-24T21:24:26.080" v="2394" actId="26606"/>
          <ac:spMkLst>
            <pc:docMk/>
            <pc:sldMk cId="1668597092" sldId="279"/>
            <ac:spMk id="57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21:24:26.080" v="2394" actId="26606"/>
          <ac:spMkLst>
            <pc:docMk/>
            <pc:sldMk cId="1668597092" sldId="279"/>
            <ac:spMk id="58" creationId="{0225C01B-A296-4FAA-AA46-794F27DF6934}"/>
          </ac:spMkLst>
        </pc:spChg>
        <pc:spChg chg="add del">
          <ac:chgData name="Muthee Mary Wangari" userId="5db8347e-42b8-4b65-b7d3-33df5cba0d92" providerId="ADAL" clId="{7046AE64-A725-4449-AF2E-0390C90CB133}" dt="2025-11-24T21:25:26.848" v="2438" actId="26606"/>
          <ac:spMkLst>
            <pc:docMk/>
            <pc:sldMk cId="1668597092" sldId="279"/>
            <ac:spMk id="60" creationId="{89BBA96D-760C-44C0-B94F-3FDC8357B2C8}"/>
          </ac:spMkLst>
        </pc:spChg>
        <pc:spChg chg="add del">
          <ac:chgData name="Muthee Mary Wangari" userId="5db8347e-42b8-4b65-b7d3-33df5cba0d92" providerId="ADAL" clId="{7046AE64-A725-4449-AF2E-0390C90CB133}" dt="2025-11-24T21:25:26.848" v="2438" actId="26606"/>
          <ac:spMkLst>
            <pc:docMk/>
            <pc:sldMk cId="1668597092" sldId="279"/>
            <ac:spMk id="61" creationId="{EAA5F1BF-F733-47EA-A79A-01F3AD5A7988}"/>
          </ac:spMkLst>
        </pc:spChg>
        <pc:spChg chg="add del">
          <ac:chgData name="Muthee Mary Wangari" userId="5db8347e-42b8-4b65-b7d3-33df5cba0d92" providerId="ADAL" clId="{7046AE64-A725-4449-AF2E-0390C90CB133}" dt="2025-11-24T21:25:26.837" v="2437" actId="26606"/>
          <ac:spMkLst>
            <pc:docMk/>
            <pc:sldMk cId="1668597092" sldId="279"/>
            <ac:spMk id="67" creationId="{406BD704-01C2-4341-B99A-116CC7EC56EF}"/>
          </ac:spMkLst>
        </pc:spChg>
        <pc:spChg chg="add del">
          <ac:chgData name="Muthee Mary Wangari" userId="5db8347e-42b8-4b65-b7d3-33df5cba0d92" providerId="ADAL" clId="{7046AE64-A725-4449-AF2E-0390C90CB133}" dt="2025-11-24T21:25:26.837" v="2437" actId="26606"/>
          <ac:spMkLst>
            <pc:docMk/>
            <pc:sldMk cId="1668597092" sldId="279"/>
            <ac:spMk id="69" creationId="{0225C01B-A296-4FAA-AA46-794F27DF6934}"/>
          </ac:spMkLst>
        </pc:spChg>
        <pc:spChg chg="add del">
          <ac:chgData name="Muthee Mary Wangari" userId="5db8347e-42b8-4b65-b7d3-33df5cba0d92" providerId="ADAL" clId="{7046AE64-A725-4449-AF2E-0390C90CB133}" dt="2025-11-24T21:25:39.070" v="2439" actId="26606"/>
          <ac:spMkLst>
            <pc:docMk/>
            <pc:sldMk cId="1668597092" sldId="279"/>
            <ac:spMk id="73" creationId="{744CAA32-F237-419C-A2DD-43C28D920D3C}"/>
          </ac:spMkLst>
        </pc:spChg>
        <pc:spChg chg="add">
          <ac:chgData name="Muthee Mary Wangari" userId="5db8347e-42b8-4b65-b7d3-33df5cba0d92" providerId="ADAL" clId="{7046AE64-A725-4449-AF2E-0390C90CB133}" dt="2025-11-24T21:25:39.070" v="2439" actId="26606"/>
          <ac:spMkLst>
            <pc:docMk/>
            <pc:sldMk cId="1668597092" sldId="279"/>
            <ac:spMk id="79" creationId="{744CAA32-F237-419C-A2DD-43C28D920D3C}"/>
          </ac:spMkLst>
        </pc:spChg>
        <pc:grpChg chg="add del mod">
          <ac:chgData name="Muthee Mary Wangari" userId="5db8347e-42b8-4b65-b7d3-33df5cba0d92" providerId="ADAL" clId="{7046AE64-A725-4449-AF2E-0390C90CB133}" dt="2025-11-24T21:27:42.301" v="2469" actId="165"/>
          <ac:grpSpMkLst>
            <pc:docMk/>
            <pc:sldMk cId="1668597092" sldId="279"/>
            <ac:grpSpMk id="38" creationId="{D35D4C48-9671-F9A8-5FE6-25B167A04683}"/>
          </ac:grpSpMkLst>
        </pc:grpChg>
        <pc:grpChg chg="add del mod">
          <ac:chgData name="Muthee Mary Wangari" userId="5db8347e-42b8-4b65-b7d3-33df5cba0d92" providerId="ADAL" clId="{7046AE64-A725-4449-AF2E-0390C90CB133}" dt="2025-11-24T21:27:55.173" v="2472" actId="165"/>
          <ac:grpSpMkLst>
            <pc:docMk/>
            <pc:sldMk cId="1668597092" sldId="279"/>
            <ac:grpSpMk id="50" creationId="{A48A3EF8-DAD4-007B-9D11-47C8B02D6061}"/>
          </ac:grpSpMkLst>
        </pc:grpChg>
        <pc:grpChg chg="add del mod">
          <ac:chgData name="Muthee Mary Wangari" userId="5db8347e-42b8-4b65-b7d3-33df5cba0d92" providerId="ADAL" clId="{7046AE64-A725-4449-AF2E-0390C90CB133}" dt="2025-11-24T21:28:12.191" v="2476" actId="21"/>
          <ac:grpSpMkLst>
            <pc:docMk/>
            <pc:sldMk cId="1668597092" sldId="279"/>
            <ac:grpSpMk id="51" creationId="{EDA2EFEE-287B-FF91-BD6B-28123A6A93B8}"/>
          </ac:grpSpMkLst>
        </pc:grpChg>
        <pc:picChg chg="add del mod">
          <ac:chgData name="Muthee Mary Wangari" userId="5db8347e-42b8-4b65-b7d3-33df5cba0d92" providerId="ADAL" clId="{7046AE64-A725-4449-AF2E-0390C90CB133}" dt="2025-11-24T21:22:50.132" v="2348" actId="21"/>
          <ac:picMkLst>
            <pc:docMk/>
            <pc:sldMk cId="1668597092" sldId="279"/>
            <ac:picMk id="4" creationId="{3FD852CF-8158-2D03-83E1-F56CC582DB57}"/>
          </ac:picMkLst>
        </pc:picChg>
        <pc:picChg chg="add del">
          <ac:chgData name="Muthee Mary Wangari" userId="5db8347e-42b8-4b65-b7d3-33df5cba0d92" providerId="ADAL" clId="{7046AE64-A725-4449-AF2E-0390C90CB133}" dt="2025-11-24T21:20:05.292" v="2265" actId="26606"/>
          <ac:picMkLst>
            <pc:docMk/>
            <pc:sldMk cId="1668597092" sldId="279"/>
            <ac:picMk id="5" creationId="{D0E79D5B-4EA7-1B78-87A1-232A5EEA7800}"/>
          </ac:picMkLst>
        </pc:picChg>
        <pc:picChg chg="add mod ord">
          <ac:chgData name="Muthee Mary Wangari" userId="5db8347e-42b8-4b65-b7d3-33df5cba0d92" providerId="ADAL" clId="{7046AE64-A725-4449-AF2E-0390C90CB133}" dt="2025-11-24T21:28:08.986" v="2475" actId="1076"/>
          <ac:picMkLst>
            <pc:docMk/>
            <pc:sldMk cId="1668597092" sldId="279"/>
            <ac:picMk id="8" creationId="{6403A18B-0770-EB91-34BF-9CD4A4E59217}"/>
          </ac:picMkLst>
        </pc:picChg>
        <pc:picChg chg="add del">
          <ac:chgData name="Muthee Mary Wangari" userId="5db8347e-42b8-4b65-b7d3-33df5cba0d92" providerId="ADAL" clId="{7046AE64-A725-4449-AF2E-0390C90CB133}" dt="2025-11-24T21:20:13.913" v="2267" actId="26606"/>
          <ac:picMkLst>
            <pc:docMk/>
            <pc:sldMk cId="1668597092" sldId="279"/>
            <ac:picMk id="14" creationId="{2D2BE6E3-F45B-E6AE-C44E-E5E7A7B3307B}"/>
          </ac:picMkLst>
        </pc:picChg>
        <pc:picChg chg="add del">
          <ac:chgData name="Muthee Mary Wangari" userId="5db8347e-42b8-4b65-b7d3-33df5cba0d92" providerId="ADAL" clId="{7046AE64-A725-4449-AF2E-0390C90CB133}" dt="2025-11-24T21:20:17.990" v="2269" actId="26606"/>
          <ac:picMkLst>
            <pc:docMk/>
            <pc:sldMk cId="1668597092" sldId="279"/>
            <ac:picMk id="18" creationId="{CBC0B796-FB15-787C-900A-2150E907B5BC}"/>
          </ac:picMkLst>
        </pc:picChg>
        <pc:picChg chg="add del">
          <ac:chgData name="Muthee Mary Wangari" userId="5db8347e-42b8-4b65-b7d3-33df5cba0d92" providerId="ADAL" clId="{7046AE64-A725-4449-AF2E-0390C90CB133}" dt="2025-11-24T21:20:29.512" v="2271" actId="26606"/>
          <ac:picMkLst>
            <pc:docMk/>
            <pc:sldMk cId="1668597092" sldId="279"/>
            <ac:picMk id="23" creationId="{7D2283AF-36E1-1FD2-C6E3-FB6B1F144C0C}"/>
          </ac:picMkLst>
        </pc:picChg>
        <pc:picChg chg="add del">
          <ac:chgData name="Muthee Mary Wangari" userId="5db8347e-42b8-4b65-b7d3-33df5cba0d92" providerId="ADAL" clId="{7046AE64-A725-4449-AF2E-0390C90CB133}" dt="2025-11-24T21:20:33.185" v="2273" actId="26606"/>
          <ac:picMkLst>
            <pc:docMk/>
            <pc:sldMk cId="1668597092" sldId="279"/>
            <ac:picMk id="29" creationId="{F1BA3AE6-B1E9-EE0A-8613-2FDB8FF5CC04}"/>
          </ac:picMkLst>
        </pc:picChg>
        <pc:picChg chg="add del">
          <ac:chgData name="Muthee Mary Wangari" userId="5db8347e-42b8-4b65-b7d3-33df5cba0d92" providerId="ADAL" clId="{7046AE64-A725-4449-AF2E-0390C90CB133}" dt="2025-11-24T21:20:38.371" v="2275" actId="26606"/>
          <ac:picMkLst>
            <pc:docMk/>
            <pc:sldMk cId="1668597092" sldId="279"/>
            <ac:picMk id="34" creationId="{A2DBA857-9276-0B29-1413-F97ACB3B597B}"/>
          </ac:picMkLst>
        </pc:picChg>
        <pc:picChg chg="mod topLvl">
          <ac:chgData name="Muthee Mary Wangari" userId="5db8347e-42b8-4b65-b7d3-33df5cba0d92" providerId="ADAL" clId="{7046AE64-A725-4449-AF2E-0390C90CB133}" dt="2025-11-24T21:28:05.427" v="2474" actId="338"/>
          <ac:picMkLst>
            <pc:docMk/>
            <pc:sldMk cId="1668597092" sldId="279"/>
            <ac:picMk id="42" creationId="{DD4E2349-BAF7-4789-E8ED-5B2699CDAA3A}"/>
          </ac:picMkLst>
        </pc:picChg>
        <pc:picChg chg="mod topLvl">
          <ac:chgData name="Muthee Mary Wangari" userId="5db8347e-42b8-4b65-b7d3-33df5cba0d92" providerId="ADAL" clId="{7046AE64-A725-4449-AF2E-0390C90CB133}" dt="2025-11-24T21:28:05.427" v="2474" actId="338"/>
          <ac:picMkLst>
            <pc:docMk/>
            <pc:sldMk cId="1668597092" sldId="279"/>
            <ac:picMk id="45" creationId="{75D22E85-7C85-CEA3-E1EF-3861D7D13C80}"/>
          </ac:picMkLst>
        </pc:picChg>
        <pc:picChg chg="mod topLvl">
          <ac:chgData name="Muthee Mary Wangari" userId="5db8347e-42b8-4b65-b7d3-33df5cba0d92" providerId="ADAL" clId="{7046AE64-A725-4449-AF2E-0390C90CB133}" dt="2025-11-24T21:28:05.427" v="2474" actId="338"/>
          <ac:picMkLst>
            <pc:docMk/>
            <pc:sldMk cId="1668597092" sldId="279"/>
            <ac:picMk id="48" creationId="{CABE6D93-540F-59D5-55B0-6AE660DCBF7F}"/>
          </ac:picMkLst>
        </pc:picChg>
        <pc:picChg chg="mod topLvl">
          <ac:chgData name="Muthee Mary Wangari" userId="5db8347e-42b8-4b65-b7d3-33df5cba0d92" providerId="ADAL" clId="{7046AE64-A725-4449-AF2E-0390C90CB133}" dt="2025-11-24T21:28:05.427" v="2474" actId="338"/>
          <ac:picMkLst>
            <pc:docMk/>
            <pc:sldMk cId="1668597092" sldId="279"/>
            <ac:picMk id="49" creationId="{FBCD44B2-75B5-5346-F7C1-3F75281F2F6E}"/>
          </ac:picMkLst>
        </pc:picChg>
        <pc:cxnChg chg="add del">
          <ac:chgData name="Muthee Mary Wangari" userId="5db8347e-42b8-4b65-b7d3-33df5cba0d92" providerId="ADAL" clId="{7046AE64-A725-4449-AF2E-0390C90CB133}" dt="2025-11-24T21:23:26.523" v="2357" actId="26606"/>
          <ac:cxnSpMkLst>
            <pc:docMk/>
            <pc:sldMk cId="1668597092" sldId="279"/>
            <ac:cxnSpMk id="6" creationId="{118E06E4-607B-144B-382B-AD3D06B1EE8C}"/>
          </ac:cxnSpMkLst>
        </pc:cxnChg>
        <pc:cxnChg chg="add del">
          <ac:chgData name="Muthee Mary Wangari" userId="5db8347e-42b8-4b65-b7d3-33df5cba0d92" providerId="ADAL" clId="{7046AE64-A725-4449-AF2E-0390C90CB133}" dt="2025-11-24T21:20:05.292" v="2265" actId="26606"/>
          <ac:cxnSpMkLst>
            <pc:docMk/>
            <pc:sldMk cId="1668597092" sldId="279"/>
            <ac:cxnSpMk id="11" creationId="{753FE100-D0AB-4AE2-824B-60CFA31EC6A2}"/>
          </ac:cxnSpMkLst>
        </pc:cxnChg>
        <pc:cxnChg chg="add del">
          <ac:chgData name="Muthee Mary Wangari" userId="5db8347e-42b8-4b65-b7d3-33df5cba0d92" providerId="ADAL" clId="{7046AE64-A725-4449-AF2E-0390C90CB133}" dt="2025-11-24T21:23:26.523" v="2357" actId="26606"/>
          <ac:cxnSpMkLst>
            <pc:docMk/>
            <pc:sldMk cId="1668597092" sldId="279"/>
            <ac:cxnSpMk id="12" creationId="{6E25B8EB-C8DD-E579-2093-D182FC5B0F46}"/>
          </ac:cxnSpMkLst>
        </pc:cxnChg>
        <pc:cxnChg chg="add del">
          <ac:chgData name="Muthee Mary Wangari" userId="5db8347e-42b8-4b65-b7d3-33df5cba0d92" providerId="ADAL" clId="{7046AE64-A725-4449-AF2E-0390C90CB133}" dt="2025-11-24T21:20:13.913" v="2267" actId="26606"/>
          <ac:cxnSpMkLst>
            <pc:docMk/>
            <pc:sldMk cId="1668597092" sldId="279"/>
            <ac:cxnSpMk id="15" creationId="{691422F5-4221-4812-AFD9-5479C6D60AD9}"/>
          </ac:cxnSpMkLst>
        </pc:cxnChg>
        <pc:cxnChg chg="add del">
          <ac:chgData name="Muthee Mary Wangari" userId="5db8347e-42b8-4b65-b7d3-33df5cba0d92" providerId="ADAL" clId="{7046AE64-A725-4449-AF2E-0390C90CB133}" dt="2025-11-24T21:20:17.990" v="2269" actId="26606"/>
          <ac:cxnSpMkLst>
            <pc:docMk/>
            <pc:sldMk cId="1668597092" sldId="279"/>
            <ac:cxnSpMk id="19" creationId="{08052531-D50B-3899-B150-D05525F4F2BC}"/>
          </ac:cxnSpMkLst>
        </pc:cxnChg>
        <pc:cxnChg chg="add del">
          <ac:chgData name="Muthee Mary Wangari" userId="5db8347e-42b8-4b65-b7d3-33df5cba0d92" providerId="ADAL" clId="{7046AE64-A725-4449-AF2E-0390C90CB133}" dt="2025-11-24T21:20:29.512" v="2271" actId="26606"/>
          <ac:cxnSpMkLst>
            <pc:docMk/>
            <pc:sldMk cId="1668597092" sldId="279"/>
            <ac:cxnSpMk id="21" creationId="{118E06E4-607B-144B-382B-AD3D06B1EE8C}"/>
          </ac:cxnSpMkLst>
        </pc:cxnChg>
        <pc:cxnChg chg="add del">
          <ac:chgData name="Muthee Mary Wangari" userId="5db8347e-42b8-4b65-b7d3-33df5cba0d92" providerId="ADAL" clId="{7046AE64-A725-4449-AF2E-0390C90CB133}" dt="2025-11-24T21:20:29.512" v="2271" actId="26606"/>
          <ac:cxnSpMkLst>
            <pc:docMk/>
            <pc:sldMk cId="1668597092" sldId="279"/>
            <ac:cxnSpMk id="25" creationId="{7A0A4642-D29D-0121-4C05-5A5559BC5F39}"/>
          </ac:cxnSpMkLst>
        </pc:cxnChg>
        <pc:cxnChg chg="add del">
          <ac:chgData name="Muthee Mary Wangari" userId="5db8347e-42b8-4b65-b7d3-33df5cba0d92" providerId="ADAL" clId="{7046AE64-A725-4449-AF2E-0390C90CB133}" dt="2025-11-24T21:20:33.185" v="2273" actId="26606"/>
          <ac:cxnSpMkLst>
            <pc:docMk/>
            <pc:sldMk cId="1668597092" sldId="279"/>
            <ac:cxnSpMk id="27" creationId="{118E06E4-607B-144B-382B-AD3D06B1EE8C}"/>
          </ac:cxnSpMkLst>
        </pc:cxnChg>
        <pc:cxnChg chg="add del">
          <ac:chgData name="Muthee Mary Wangari" userId="5db8347e-42b8-4b65-b7d3-33df5cba0d92" providerId="ADAL" clId="{7046AE64-A725-4449-AF2E-0390C90CB133}" dt="2025-11-24T21:20:33.185" v="2273" actId="26606"/>
          <ac:cxnSpMkLst>
            <pc:docMk/>
            <pc:sldMk cId="1668597092" sldId="279"/>
            <ac:cxnSpMk id="30" creationId="{F0CE0765-E93C-4D37-9D5F-D464EFB10FA7}"/>
          </ac:cxnSpMkLst>
        </pc:cxnChg>
        <pc:cxnChg chg="add del">
          <ac:chgData name="Muthee Mary Wangari" userId="5db8347e-42b8-4b65-b7d3-33df5cba0d92" providerId="ADAL" clId="{7046AE64-A725-4449-AF2E-0390C90CB133}" dt="2025-11-24T21:20:38.371" v="2275" actId="26606"/>
          <ac:cxnSpMkLst>
            <pc:docMk/>
            <pc:sldMk cId="1668597092" sldId="279"/>
            <ac:cxnSpMk id="32" creationId="{118E06E4-607B-144B-382B-AD3D06B1EE8C}"/>
          </ac:cxnSpMkLst>
        </pc:cxnChg>
        <pc:cxnChg chg="add del">
          <ac:chgData name="Muthee Mary Wangari" userId="5db8347e-42b8-4b65-b7d3-33df5cba0d92" providerId="ADAL" clId="{7046AE64-A725-4449-AF2E-0390C90CB133}" dt="2025-11-24T21:20:38.371" v="2275" actId="26606"/>
          <ac:cxnSpMkLst>
            <pc:docMk/>
            <pc:sldMk cId="1668597092" sldId="279"/>
            <ac:cxnSpMk id="36" creationId="{97CC2FE6-3AD0-4131-B4BC-1F4D65E25E13}"/>
          </ac:cxnSpMkLst>
        </pc:cxnChg>
        <pc:cxnChg chg="add del">
          <ac:chgData name="Muthee Mary Wangari" userId="5db8347e-42b8-4b65-b7d3-33df5cba0d92" providerId="ADAL" clId="{7046AE64-A725-4449-AF2E-0390C90CB133}" dt="2025-11-24T21:23:14.148" v="2352" actId="26606"/>
          <ac:cxnSpMkLst>
            <pc:docMk/>
            <pc:sldMk cId="1668597092" sldId="279"/>
            <ac:cxnSpMk id="37" creationId="{62713E66-598D-4B8A-9D2A-67C7AF46EF11}"/>
          </ac:cxnSpMkLst>
        </pc:cxnChg>
        <pc:cxnChg chg="add del">
          <ac:chgData name="Muthee Mary Wangari" userId="5db8347e-42b8-4b65-b7d3-33df5cba0d92" providerId="ADAL" clId="{7046AE64-A725-4449-AF2E-0390C90CB133}" dt="2025-11-24T21:23:18.568" v="2354" actId="26606"/>
          <ac:cxnSpMkLst>
            <pc:docMk/>
            <pc:sldMk cId="1668597092" sldId="279"/>
            <ac:cxnSpMk id="41" creationId="{652938D1-813E-4650-AAB9-E09257454FF2}"/>
          </ac:cxnSpMkLst>
        </pc:cxnChg>
        <pc:cxnChg chg="add del">
          <ac:chgData name="Muthee Mary Wangari" userId="5db8347e-42b8-4b65-b7d3-33df5cba0d92" providerId="ADAL" clId="{7046AE64-A725-4449-AF2E-0390C90CB133}" dt="2025-11-24T21:23:26.511" v="2356" actId="26606"/>
          <ac:cxnSpMkLst>
            <pc:docMk/>
            <pc:sldMk cId="1668597092" sldId="279"/>
            <ac:cxnSpMk id="44" creationId="{92025DBA-8780-9CA0-2826-FF6E3BD1A0C9}"/>
          </ac:cxnSpMkLst>
        </pc:cxnChg>
        <pc:cxnChg chg="add del">
          <ac:chgData name="Muthee Mary Wangari" userId="5db8347e-42b8-4b65-b7d3-33df5cba0d92" providerId="ADAL" clId="{7046AE64-A725-4449-AF2E-0390C90CB133}" dt="2025-11-24T21:24:26.094" v="2395" actId="26606"/>
          <ac:cxnSpMkLst>
            <pc:docMk/>
            <pc:sldMk cId="1668597092" sldId="279"/>
            <ac:cxnSpMk id="47" creationId="{691422F5-4221-4812-AFD9-5479C6D60AD9}"/>
          </ac:cxnSpMkLst>
        </pc:cxnChg>
        <pc:cxnChg chg="add del">
          <ac:chgData name="Muthee Mary Wangari" userId="5db8347e-42b8-4b65-b7d3-33df5cba0d92" providerId="ADAL" clId="{7046AE64-A725-4449-AF2E-0390C90CB133}" dt="2025-11-24T21:24:11.157" v="2392" actId="26606"/>
          <ac:cxnSpMkLst>
            <pc:docMk/>
            <pc:sldMk cId="1668597092" sldId="279"/>
            <ac:cxnSpMk id="54" creationId="{753FE100-D0AB-4AE2-824B-60CFA31EC6A2}"/>
          </ac:cxnSpMkLst>
        </pc:cxnChg>
        <pc:cxnChg chg="add del">
          <ac:chgData name="Muthee Mary Wangari" userId="5db8347e-42b8-4b65-b7d3-33df5cba0d92" providerId="ADAL" clId="{7046AE64-A725-4449-AF2E-0390C90CB133}" dt="2025-11-24T21:24:26.080" v="2394" actId="26606"/>
          <ac:cxnSpMkLst>
            <pc:docMk/>
            <pc:sldMk cId="1668597092" sldId="279"/>
            <ac:cxnSpMk id="56" creationId="{62713E66-598D-4B8A-9D2A-67C7AF46EF11}"/>
          </ac:cxnSpMkLst>
        </pc:cxnChg>
        <pc:cxnChg chg="add del">
          <ac:chgData name="Muthee Mary Wangari" userId="5db8347e-42b8-4b65-b7d3-33df5cba0d92" providerId="ADAL" clId="{7046AE64-A725-4449-AF2E-0390C90CB133}" dt="2025-11-24T21:25:26.848" v="2438" actId="26606"/>
          <ac:cxnSpMkLst>
            <pc:docMk/>
            <pc:sldMk cId="1668597092" sldId="279"/>
            <ac:cxnSpMk id="62" creationId="{652938D1-813E-4650-AAB9-E09257454FF2}"/>
          </ac:cxnSpMkLst>
        </pc:cxnChg>
        <pc:cxnChg chg="add del">
          <ac:chgData name="Muthee Mary Wangari" userId="5db8347e-42b8-4b65-b7d3-33df5cba0d92" providerId="ADAL" clId="{7046AE64-A725-4449-AF2E-0390C90CB133}" dt="2025-11-24T21:25:26.837" v="2437" actId="26606"/>
          <ac:cxnSpMkLst>
            <pc:docMk/>
            <pc:sldMk cId="1668597092" sldId="279"/>
            <ac:cxnSpMk id="71" creationId="{62713E66-598D-4B8A-9D2A-67C7AF46EF11}"/>
          </ac:cxnSpMkLst>
        </pc:cxnChg>
        <pc:cxnChg chg="add del">
          <ac:chgData name="Muthee Mary Wangari" userId="5db8347e-42b8-4b65-b7d3-33df5cba0d92" providerId="ADAL" clId="{7046AE64-A725-4449-AF2E-0390C90CB133}" dt="2025-11-24T21:25:39.070" v="2439" actId="26606"/>
          <ac:cxnSpMkLst>
            <pc:docMk/>
            <pc:sldMk cId="1668597092" sldId="279"/>
            <ac:cxnSpMk id="74" creationId="{691422F5-4221-4812-AFD9-5479C6D60AD9}"/>
          </ac:cxnSpMkLst>
        </pc:cxnChg>
        <pc:cxnChg chg="add">
          <ac:chgData name="Muthee Mary Wangari" userId="5db8347e-42b8-4b65-b7d3-33df5cba0d92" providerId="ADAL" clId="{7046AE64-A725-4449-AF2E-0390C90CB133}" dt="2025-11-24T21:25:39.070" v="2439" actId="26606"/>
          <ac:cxnSpMkLst>
            <pc:docMk/>
            <pc:sldMk cId="1668597092" sldId="279"/>
            <ac:cxnSpMk id="81" creationId="{753FE100-D0AB-4AE2-824B-60CFA31EC6A2}"/>
          </ac:cxnSpMkLst>
        </pc:cxn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D0FE82-305D-4E93-B821-A0E67DF529D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85F3AB-4562-4B66-AF3A-44D39FDA362C}">
      <dgm:prSet/>
      <dgm:spPr/>
      <dgm:t>
        <a:bodyPr/>
        <a:lstStyle/>
        <a:p>
          <a:r>
            <a:rPr lang="en-US" dirty="0"/>
            <a:t>Vectors (numbers) that the model creates to describe something</a:t>
          </a:r>
        </a:p>
      </dgm:t>
    </dgm:pt>
    <dgm:pt modelId="{E802BD04-9DEF-4624-9F97-CE5531EE5D4A}" type="parTrans" cxnId="{A22A600B-7844-4146-BF3C-E261FCADD017}">
      <dgm:prSet/>
      <dgm:spPr/>
      <dgm:t>
        <a:bodyPr/>
        <a:lstStyle/>
        <a:p>
          <a:endParaRPr lang="en-US"/>
        </a:p>
      </dgm:t>
    </dgm:pt>
    <dgm:pt modelId="{EFBB0F68-D318-443B-9665-5B1AA6BEF438}" type="sibTrans" cxnId="{A22A600B-7844-4146-BF3C-E261FCADD017}">
      <dgm:prSet/>
      <dgm:spPr/>
      <dgm:t>
        <a:bodyPr/>
        <a:lstStyle/>
        <a:p>
          <a:endParaRPr lang="en-US"/>
        </a:p>
      </dgm:t>
    </dgm:pt>
    <dgm:pt modelId="{DF4D7431-EF4C-4562-A6B5-87DE0AAFBF36}">
      <dgm:prSet/>
      <dgm:spPr/>
      <dgm:t>
        <a:bodyPr/>
        <a:lstStyle/>
        <a:p>
          <a:r>
            <a:rPr lang="en-US"/>
            <a:t>These numbers capture the overall meaning. (forest- green, trees, humid etc)</a:t>
          </a:r>
        </a:p>
      </dgm:t>
    </dgm:pt>
    <dgm:pt modelId="{312AF611-11FC-4443-9F35-6704DA8480A3}" type="parTrans" cxnId="{067C2C0D-245E-4D05-A299-3C06FE97FC72}">
      <dgm:prSet/>
      <dgm:spPr/>
      <dgm:t>
        <a:bodyPr/>
        <a:lstStyle/>
        <a:p>
          <a:endParaRPr lang="en-US"/>
        </a:p>
      </dgm:t>
    </dgm:pt>
    <dgm:pt modelId="{8CE8D18C-A348-4EAA-BAFE-821051F3EB3C}" type="sibTrans" cxnId="{067C2C0D-245E-4D05-A299-3C06FE97FC72}">
      <dgm:prSet/>
      <dgm:spPr/>
      <dgm:t>
        <a:bodyPr/>
        <a:lstStyle/>
        <a:p>
          <a:endParaRPr lang="en-US"/>
        </a:p>
      </dgm:t>
    </dgm:pt>
    <dgm:pt modelId="{506386EE-AEB5-4DCE-8F33-46CF89D57257}">
      <dgm:prSet/>
      <dgm:spPr/>
      <dgm:t>
        <a:bodyPr/>
        <a:lstStyle/>
        <a:p>
          <a:r>
            <a:rPr lang="en-US"/>
            <a:t>They let us measure similarity</a:t>
          </a:r>
        </a:p>
      </dgm:t>
    </dgm:pt>
    <dgm:pt modelId="{AB6EB504-E78E-469B-9563-52E1FDF61970}" type="parTrans" cxnId="{D6B99BB8-71C0-4670-A94A-EF768AEFF95B}">
      <dgm:prSet/>
      <dgm:spPr/>
      <dgm:t>
        <a:bodyPr/>
        <a:lstStyle/>
        <a:p>
          <a:endParaRPr lang="en-US"/>
        </a:p>
      </dgm:t>
    </dgm:pt>
    <dgm:pt modelId="{2FD526D0-E5A8-4D29-BC4E-3F09077CBC6A}" type="sibTrans" cxnId="{D6B99BB8-71C0-4670-A94A-EF768AEFF95B}">
      <dgm:prSet/>
      <dgm:spPr/>
      <dgm:t>
        <a:bodyPr/>
        <a:lstStyle/>
        <a:p>
          <a:endParaRPr lang="en-US"/>
        </a:p>
      </dgm:t>
    </dgm:pt>
    <dgm:pt modelId="{80B48294-3BA0-47E9-B80A-6236B7D6C9EB}" type="pres">
      <dgm:prSet presAssocID="{B3D0FE82-305D-4E93-B821-A0E67DF529DC}" presName="diagram" presStyleCnt="0">
        <dgm:presLayoutVars>
          <dgm:dir/>
          <dgm:resizeHandles val="exact"/>
        </dgm:presLayoutVars>
      </dgm:prSet>
      <dgm:spPr/>
    </dgm:pt>
    <dgm:pt modelId="{8638BD29-7EC0-4B76-B39E-B8D63FD86CBB}" type="pres">
      <dgm:prSet presAssocID="{A685F3AB-4562-4B66-AF3A-44D39FDA362C}" presName="node" presStyleLbl="node1" presStyleIdx="0" presStyleCnt="3">
        <dgm:presLayoutVars>
          <dgm:bulletEnabled val="1"/>
        </dgm:presLayoutVars>
      </dgm:prSet>
      <dgm:spPr/>
    </dgm:pt>
    <dgm:pt modelId="{9ACE62E6-6A79-409E-A495-E508A7C788D1}" type="pres">
      <dgm:prSet presAssocID="{EFBB0F68-D318-443B-9665-5B1AA6BEF438}" presName="sibTrans" presStyleLbl="sibTrans2D1" presStyleIdx="0" presStyleCnt="2"/>
      <dgm:spPr/>
    </dgm:pt>
    <dgm:pt modelId="{10488DF0-806B-4397-A1B6-9BD15AF71610}" type="pres">
      <dgm:prSet presAssocID="{EFBB0F68-D318-443B-9665-5B1AA6BEF438}" presName="connectorText" presStyleLbl="sibTrans2D1" presStyleIdx="0" presStyleCnt="2"/>
      <dgm:spPr/>
    </dgm:pt>
    <dgm:pt modelId="{E33DEDF7-D943-4CAF-B7C3-99CEB941FD47}" type="pres">
      <dgm:prSet presAssocID="{DF4D7431-EF4C-4562-A6B5-87DE0AAFBF36}" presName="node" presStyleLbl="node1" presStyleIdx="1" presStyleCnt="3">
        <dgm:presLayoutVars>
          <dgm:bulletEnabled val="1"/>
        </dgm:presLayoutVars>
      </dgm:prSet>
      <dgm:spPr/>
    </dgm:pt>
    <dgm:pt modelId="{F8FBE343-51A2-4A2B-8792-2CDD33216E75}" type="pres">
      <dgm:prSet presAssocID="{8CE8D18C-A348-4EAA-BAFE-821051F3EB3C}" presName="sibTrans" presStyleLbl="sibTrans2D1" presStyleIdx="1" presStyleCnt="2"/>
      <dgm:spPr/>
    </dgm:pt>
    <dgm:pt modelId="{A405000D-B080-4194-A149-C0239E49E684}" type="pres">
      <dgm:prSet presAssocID="{8CE8D18C-A348-4EAA-BAFE-821051F3EB3C}" presName="connectorText" presStyleLbl="sibTrans2D1" presStyleIdx="1" presStyleCnt="2"/>
      <dgm:spPr/>
    </dgm:pt>
    <dgm:pt modelId="{2B11C960-E5E8-4F7A-90D5-05A4B150EA9F}" type="pres">
      <dgm:prSet presAssocID="{506386EE-AEB5-4DCE-8F33-46CF89D57257}" presName="node" presStyleLbl="node1" presStyleIdx="2" presStyleCnt="3">
        <dgm:presLayoutVars>
          <dgm:bulletEnabled val="1"/>
        </dgm:presLayoutVars>
      </dgm:prSet>
      <dgm:spPr/>
    </dgm:pt>
  </dgm:ptLst>
  <dgm:cxnLst>
    <dgm:cxn modelId="{A22A600B-7844-4146-BF3C-E261FCADD017}" srcId="{B3D0FE82-305D-4E93-B821-A0E67DF529DC}" destId="{A685F3AB-4562-4B66-AF3A-44D39FDA362C}" srcOrd="0" destOrd="0" parTransId="{E802BD04-9DEF-4624-9F97-CE5531EE5D4A}" sibTransId="{EFBB0F68-D318-443B-9665-5B1AA6BEF438}"/>
    <dgm:cxn modelId="{067C2C0D-245E-4D05-A299-3C06FE97FC72}" srcId="{B3D0FE82-305D-4E93-B821-A0E67DF529DC}" destId="{DF4D7431-EF4C-4562-A6B5-87DE0AAFBF36}" srcOrd="1" destOrd="0" parTransId="{312AF611-11FC-4443-9F35-6704DA8480A3}" sibTransId="{8CE8D18C-A348-4EAA-BAFE-821051F3EB3C}"/>
    <dgm:cxn modelId="{ADDEC218-D6E9-45C3-B040-D24C0C28D203}" type="presOf" srcId="{DF4D7431-EF4C-4562-A6B5-87DE0AAFBF36}" destId="{E33DEDF7-D943-4CAF-B7C3-99CEB941FD47}" srcOrd="0" destOrd="0" presId="urn:microsoft.com/office/officeart/2005/8/layout/process5"/>
    <dgm:cxn modelId="{BA018080-32A2-4DB1-9148-1E432BFF61D8}" type="presOf" srcId="{B3D0FE82-305D-4E93-B821-A0E67DF529DC}" destId="{80B48294-3BA0-47E9-B80A-6236B7D6C9EB}" srcOrd="0" destOrd="0" presId="urn:microsoft.com/office/officeart/2005/8/layout/process5"/>
    <dgm:cxn modelId="{39A71694-C78A-4181-91B2-1229955FB3E4}" type="presOf" srcId="{EFBB0F68-D318-443B-9665-5B1AA6BEF438}" destId="{10488DF0-806B-4397-A1B6-9BD15AF71610}" srcOrd="1" destOrd="0" presId="urn:microsoft.com/office/officeart/2005/8/layout/process5"/>
    <dgm:cxn modelId="{42B1B1B4-B1A0-41D1-B18C-9350B1600BEF}" type="presOf" srcId="{506386EE-AEB5-4DCE-8F33-46CF89D57257}" destId="{2B11C960-E5E8-4F7A-90D5-05A4B150EA9F}" srcOrd="0" destOrd="0" presId="urn:microsoft.com/office/officeart/2005/8/layout/process5"/>
    <dgm:cxn modelId="{C96448B6-1792-402A-A622-CBA3E8E0EC89}" type="presOf" srcId="{8CE8D18C-A348-4EAA-BAFE-821051F3EB3C}" destId="{F8FBE343-51A2-4A2B-8792-2CDD33216E75}" srcOrd="0" destOrd="0" presId="urn:microsoft.com/office/officeart/2005/8/layout/process5"/>
    <dgm:cxn modelId="{D6B99BB8-71C0-4670-A94A-EF768AEFF95B}" srcId="{B3D0FE82-305D-4E93-B821-A0E67DF529DC}" destId="{506386EE-AEB5-4DCE-8F33-46CF89D57257}" srcOrd="2" destOrd="0" parTransId="{AB6EB504-E78E-469B-9563-52E1FDF61970}" sibTransId="{2FD526D0-E5A8-4D29-BC4E-3F09077CBC6A}"/>
    <dgm:cxn modelId="{11DE44D0-500F-437E-8874-B689D9007160}" type="presOf" srcId="{8CE8D18C-A348-4EAA-BAFE-821051F3EB3C}" destId="{A405000D-B080-4194-A149-C0239E49E684}" srcOrd="1" destOrd="0" presId="urn:microsoft.com/office/officeart/2005/8/layout/process5"/>
    <dgm:cxn modelId="{5F67AAE8-6080-4042-8A06-4CD039706CCA}" type="presOf" srcId="{EFBB0F68-D318-443B-9665-5B1AA6BEF438}" destId="{9ACE62E6-6A79-409E-A495-E508A7C788D1}" srcOrd="0" destOrd="0" presId="urn:microsoft.com/office/officeart/2005/8/layout/process5"/>
    <dgm:cxn modelId="{A823BBF5-CFB9-4922-AC1A-18A1C15EEF9A}" type="presOf" srcId="{A685F3AB-4562-4B66-AF3A-44D39FDA362C}" destId="{8638BD29-7EC0-4B76-B39E-B8D63FD86CBB}" srcOrd="0" destOrd="0" presId="urn:microsoft.com/office/officeart/2005/8/layout/process5"/>
    <dgm:cxn modelId="{FABFF2D4-6720-49B5-A301-185E4B3D3FBA}" type="presParOf" srcId="{80B48294-3BA0-47E9-B80A-6236B7D6C9EB}" destId="{8638BD29-7EC0-4B76-B39E-B8D63FD86CBB}" srcOrd="0" destOrd="0" presId="urn:microsoft.com/office/officeart/2005/8/layout/process5"/>
    <dgm:cxn modelId="{BD2BA237-BA10-4E62-9324-261158AA5C57}" type="presParOf" srcId="{80B48294-3BA0-47E9-B80A-6236B7D6C9EB}" destId="{9ACE62E6-6A79-409E-A495-E508A7C788D1}" srcOrd="1" destOrd="0" presId="urn:microsoft.com/office/officeart/2005/8/layout/process5"/>
    <dgm:cxn modelId="{68EDAA95-DD0F-4612-AE18-FB989F4EB13A}" type="presParOf" srcId="{9ACE62E6-6A79-409E-A495-E508A7C788D1}" destId="{10488DF0-806B-4397-A1B6-9BD15AF71610}" srcOrd="0" destOrd="0" presId="urn:microsoft.com/office/officeart/2005/8/layout/process5"/>
    <dgm:cxn modelId="{FFECF653-69FE-4167-A250-0B6A9A563CF5}" type="presParOf" srcId="{80B48294-3BA0-47E9-B80A-6236B7D6C9EB}" destId="{E33DEDF7-D943-4CAF-B7C3-99CEB941FD47}" srcOrd="2" destOrd="0" presId="urn:microsoft.com/office/officeart/2005/8/layout/process5"/>
    <dgm:cxn modelId="{F166D34C-55EF-42C6-A111-454DBD685DCD}" type="presParOf" srcId="{80B48294-3BA0-47E9-B80A-6236B7D6C9EB}" destId="{F8FBE343-51A2-4A2B-8792-2CDD33216E75}" srcOrd="3" destOrd="0" presId="urn:microsoft.com/office/officeart/2005/8/layout/process5"/>
    <dgm:cxn modelId="{09D5A438-DDD8-4F0C-8161-F3CA570E6417}" type="presParOf" srcId="{F8FBE343-51A2-4A2B-8792-2CDD33216E75}" destId="{A405000D-B080-4194-A149-C0239E49E684}" srcOrd="0" destOrd="0" presId="urn:microsoft.com/office/officeart/2005/8/layout/process5"/>
    <dgm:cxn modelId="{76AC152C-8F50-4D3C-9179-E034A2EC3C42}" type="presParOf" srcId="{80B48294-3BA0-47E9-B80A-6236B7D6C9EB}" destId="{2B11C960-E5E8-4F7A-90D5-05A4B150EA9F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FCCAD0-12C7-4765-9710-684D75F82A6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826DB5D-F4FA-4621-9A98-CE17BA7E3CC1}">
      <dgm:prSet/>
      <dgm:spPr/>
      <dgm:t>
        <a:bodyPr/>
        <a:lstStyle/>
        <a:p>
          <a:r>
            <a:rPr lang="en-US"/>
            <a:t>Vision foundation models</a:t>
          </a:r>
        </a:p>
      </dgm:t>
    </dgm:pt>
    <dgm:pt modelId="{4B15CBC8-37B0-40F7-BE90-E4E0BB6010DD}" type="parTrans" cxnId="{FF5A3380-39E8-4F50-B6C2-EF6248313971}">
      <dgm:prSet/>
      <dgm:spPr/>
      <dgm:t>
        <a:bodyPr/>
        <a:lstStyle/>
        <a:p>
          <a:endParaRPr lang="en-US"/>
        </a:p>
      </dgm:t>
    </dgm:pt>
    <dgm:pt modelId="{7ED8956B-3542-45E6-B202-7E23BC08B604}" type="sibTrans" cxnId="{FF5A3380-39E8-4F50-B6C2-EF6248313971}">
      <dgm:prSet/>
      <dgm:spPr/>
      <dgm:t>
        <a:bodyPr/>
        <a:lstStyle/>
        <a:p>
          <a:endParaRPr lang="en-US"/>
        </a:p>
      </dgm:t>
    </dgm:pt>
    <dgm:pt modelId="{924E414D-1FD0-4790-9DC5-7AFFFE415263}">
      <dgm:prSet/>
      <dgm:spPr/>
      <dgm:t>
        <a:bodyPr/>
        <a:lstStyle/>
        <a:p>
          <a:r>
            <a:rPr lang="en-US"/>
            <a:t>Vision language foundation models</a:t>
          </a:r>
        </a:p>
      </dgm:t>
    </dgm:pt>
    <dgm:pt modelId="{92B89FCB-C553-4661-B9E7-DF08E31187F7}" type="parTrans" cxnId="{2798D92F-2C4E-4020-BF25-CC46E967A5DE}">
      <dgm:prSet/>
      <dgm:spPr/>
      <dgm:t>
        <a:bodyPr/>
        <a:lstStyle/>
        <a:p>
          <a:endParaRPr lang="en-US"/>
        </a:p>
      </dgm:t>
    </dgm:pt>
    <dgm:pt modelId="{022181FB-BF22-424A-A7BB-50A981CA3D47}" type="sibTrans" cxnId="{2798D92F-2C4E-4020-BF25-CC46E967A5DE}">
      <dgm:prSet/>
      <dgm:spPr/>
      <dgm:t>
        <a:bodyPr/>
        <a:lstStyle/>
        <a:p>
          <a:endParaRPr lang="en-US"/>
        </a:p>
      </dgm:t>
    </dgm:pt>
    <dgm:pt modelId="{F67A7AD4-37E1-4C1C-B88E-3211CDBDBBF3}">
      <dgm:prSet/>
      <dgm:spPr/>
      <dgm:t>
        <a:bodyPr/>
        <a:lstStyle/>
        <a:p>
          <a:r>
            <a:rPr lang="en-US"/>
            <a:t>Generative foundation models</a:t>
          </a:r>
        </a:p>
      </dgm:t>
    </dgm:pt>
    <dgm:pt modelId="{CE30B5C4-AA64-499D-A9DB-0F84F94F5B7C}" type="parTrans" cxnId="{1C65705A-3A87-4AFE-B11B-2FF855B9AA4A}">
      <dgm:prSet/>
      <dgm:spPr/>
      <dgm:t>
        <a:bodyPr/>
        <a:lstStyle/>
        <a:p>
          <a:endParaRPr lang="en-US"/>
        </a:p>
      </dgm:t>
    </dgm:pt>
    <dgm:pt modelId="{C61DFC47-835D-4729-87E1-B6E3FD770856}" type="sibTrans" cxnId="{1C65705A-3A87-4AFE-B11B-2FF855B9AA4A}">
      <dgm:prSet/>
      <dgm:spPr/>
      <dgm:t>
        <a:bodyPr/>
        <a:lstStyle/>
        <a:p>
          <a:endParaRPr lang="en-US"/>
        </a:p>
      </dgm:t>
    </dgm:pt>
    <dgm:pt modelId="{0AA9CADC-A04B-4E5F-A548-C2E3DF6501BE}">
      <dgm:prSet/>
      <dgm:spPr/>
      <dgm:t>
        <a:bodyPr/>
        <a:lstStyle/>
        <a:p>
          <a:r>
            <a:rPr lang="en-US"/>
            <a:t>Vision location foundation models</a:t>
          </a:r>
        </a:p>
      </dgm:t>
    </dgm:pt>
    <dgm:pt modelId="{2F44A85C-F205-4452-A0C2-991A57E0BCA9}" type="parTrans" cxnId="{E843DD32-520C-4FE8-9385-7818A8BB5C77}">
      <dgm:prSet/>
      <dgm:spPr/>
      <dgm:t>
        <a:bodyPr/>
        <a:lstStyle/>
        <a:p>
          <a:endParaRPr lang="en-US"/>
        </a:p>
      </dgm:t>
    </dgm:pt>
    <dgm:pt modelId="{D3F75682-B52F-419C-8704-A9F85D533739}" type="sibTrans" cxnId="{E843DD32-520C-4FE8-9385-7818A8BB5C77}">
      <dgm:prSet/>
      <dgm:spPr/>
      <dgm:t>
        <a:bodyPr/>
        <a:lstStyle/>
        <a:p>
          <a:endParaRPr lang="en-US"/>
        </a:p>
      </dgm:t>
    </dgm:pt>
    <dgm:pt modelId="{B26AE181-F995-4A6E-8850-9D1F33897B0D}">
      <dgm:prSet/>
      <dgm:spPr/>
      <dgm:t>
        <a:bodyPr/>
        <a:lstStyle/>
        <a:p>
          <a:r>
            <a:rPr lang="en-US"/>
            <a:t>Vision audio foundation models</a:t>
          </a:r>
        </a:p>
      </dgm:t>
    </dgm:pt>
    <dgm:pt modelId="{E3347786-2B62-4692-994D-C4DCC7E0D163}" type="parTrans" cxnId="{01BB7830-1547-46D6-9669-2DD3D8318FE0}">
      <dgm:prSet/>
      <dgm:spPr/>
      <dgm:t>
        <a:bodyPr/>
        <a:lstStyle/>
        <a:p>
          <a:endParaRPr lang="en-US"/>
        </a:p>
      </dgm:t>
    </dgm:pt>
    <dgm:pt modelId="{45097C98-DE7B-4927-9740-FBDE7BC5DD3B}" type="sibTrans" cxnId="{01BB7830-1547-46D6-9669-2DD3D8318FE0}">
      <dgm:prSet/>
      <dgm:spPr/>
      <dgm:t>
        <a:bodyPr/>
        <a:lstStyle/>
        <a:p>
          <a:endParaRPr lang="en-US"/>
        </a:p>
      </dgm:t>
    </dgm:pt>
    <dgm:pt modelId="{5ADB2D50-3526-4AAD-B3CE-80510E2C6F5B}">
      <dgm:prSet/>
      <dgm:spPr/>
      <dgm:t>
        <a:bodyPr/>
        <a:lstStyle/>
        <a:p>
          <a:r>
            <a:rPr lang="en-US"/>
            <a:t>Task specific etc</a:t>
          </a:r>
        </a:p>
      </dgm:t>
    </dgm:pt>
    <dgm:pt modelId="{9339E0B7-6E03-4290-8635-5999B8475114}" type="parTrans" cxnId="{7253A9C5-A727-48EE-B52B-29891EF8D060}">
      <dgm:prSet/>
      <dgm:spPr/>
      <dgm:t>
        <a:bodyPr/>
        <a:lstStyle/>
        <a:p>
          <a:endParaRPr lang="en-US"/>
        </a:p>
      </dgm:t>
    </dgm:pt>
    <dgm:pt modelId="{A8A9148F-6E53-4F2A-BB37-17F9A91DFBE9}" type="sibTrans" cxnId="{7253A9C5-A727-48EE-B52B-29891EF8D060}">
      <dgm:prSet/>
      <dgm:spPr/>
      <dgm:t>
        <a:bodyPr/>
        <a:lstStyle/>
        <a:p>
          <a:endParaRPr lang="en-US"/>
        </a:p>
      </dgm:t>
    </dgm:pt>
    <dgm:pt modelId="{8AD09F63-0CC7-4A71-8560-D89931330800}" type="pres">
      <dgm:prSet presAssocID="{87FCCAD0-12C7-4765-9710-684D75F82A6E}" presName="root" presStyleCnt="0">
        <dgm:presLayoutVars>
          <dgm:dir/>
          <dgm:resizeHandles val="exact"/>
        </dgm:presLayoutVars>
      </dgm:prSet>
      <dgm:spPr/>
    </dgm:pt>
    <dgm:pt modelId="{A1DB3661-99AD-4523-B9C0-92AC0A72FD2D}" type="pres">
      <dgm:prSet presAssocID="{87FCCAD0-12C7-4765-9710-684D75F82A6E}" presName="container" presStyleCnt="0">
        <dgm:presLayoutVars>
          <dgm:dir/>
          <dgm:resizeHandles val="exact"/>
        </dgm:presLayoutVars>
      </dgm:prSet>
      <dgm:spPr/>
    </dgm:pt>
    <dgm:pt modelId="{A4493171-5FC5-4FCE-A603-FB4AFC188F74}" type="pres">
      <dgm:prSet presAssocID="{A826DB5D-F4FA-4621-9A98-CE17BA7E3CC1}" presName="compNode" presStyleCnt="0"/>
      <dgm:spPr/>
    </dgm:pt>
    <dgm:pt modelId="{E6DFD828-02A0-4033-B76A-5B5F78EEFE42}" type="pres">
      <dgm:prSet presAssocID="{A826DB5D-F4FA-4621-9A98-CE17BA7E3CC1}" presName="iconBgRect" presStyleLbl="bgShp" presStyleIdx="0" presStyleCnt="6"/>
      <dgm:spPr/>
    </dgm:pt>
    <dgm:pt modelId="{7C5ED0B6-AE21-487D-BE32-577E500522B2}" type="pres">
      <dgm:prSet presAssocID="{A826DB5D-F4FA-4621-9A98-CE17BA7E3CC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F86F0F5C-570F-4270-8348-342190F9781C}" type="pres">
      <dgm:prSet presAssocID="{A826DB5D-F4FA-4621-9A98-CE17BA7E3CC1}" presName="spaceRect" presStyleCnt="0"/>
      <dgm:spPr/>
    </dgm:pt>
    <dgm:pt modelId="{6DCF06E3-F395-4733-86C6-B549A32474B5}" type="pres">
      <dgm:prSet presAssocID="{A826DB5D-F4FA-4621-9A98-CE17BA7E3CC1}" presName="textRect" presStyleLbl="revTx" presStyleIdx="0" presStyleCnt="6">
        <dgm:presLayoutVars>
          <dgm:chMax val="1"/>
          <dgm:chPref val="1"/>
        </dgm:presLayoutVars>
      </dgm:prSet>
      <dgm:spPr/>
    </dgm:pt>
    <dgm:pt modelId="{8E4691A5-78AC-42B4-AF9C-F8BA4892AFEF}" type="pres">
      <dgm:prSet presAssocID="{7ED8956B-3542-45E6-B202-7E23BC08B604}" presName="sibTrans" presStyleLbl="sibTrans2D1" presStyleIdx="0" presStyleCnt="0"/>
      <dgm:spPr/>
    </dgm:pt>
    <dgm:pt modelId="{EE94E80A-E9E5-4E65-BAEA-A36D999F2218}" type="pres">
      <dgm:prSet presAssocID="{924E414D-1FD0-4790-9DC5-7AFFFE415263}" presName="compNode" presStyleCnt="0"/>
      <dgm:spPr/>
    </dgm:pt>
    <dgm:pt modelId="{97C2CD9A-F05B-4861-B280-F2A5119F1650}" type="pres">
      <dgm:prSet presAssocID="{924E414D-1FD0-4790-9DC5-7AFFFE415263}" presName="iconBgRect" presStyleLbl="bgShp" presStyleIdx="1" presStyleCnt="6"/>
      <dgm:spPr/>
    </dgm:pt>
    <dgm:pt modelId="{416EFCAB-F950-422A-BF3B-2ED5CFB963D1}" type="pres">
      <dgm:prSet presAssocID="{924E414D-1FD0-4790-9DC5-7AFFFE41526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3E3719-641E-419F-ACA4-D9D6D25B3035}" type="pres">
      <dgm:prSet presAssocID="{924E414D-1FD0-4790-9DC5-7AFFFE415263}" presName="spaceRect" presStyleCnt="0"/>
      <dgm:spPr/>
    </dgm:pt>
    <dgm:pt modelId="{AD4B97F3-09BE-4989-A04E-09E34AE27C7A}" type="pres">
      <dgm:prSet presAssocID="{924E414D-1FD0-4790-9DC5-7AFFFE415263}" presName="textRect" presStyleLbl="revTx" presStyleIdx="1" presStyleCnt="6">
        <dgm:presLayoutVars>
          <dgm:chMax val="1"/>
          <dgm:chPref val="1"/>
        </dgm:presLayoutVars>
      </dgm:prSet>
      <dgm:spPr/>
    </dgm:pt>
    <dgm:pt modelId="{019EDF5B-F22E-4234-BF29-6E7B7DC8F71D}" type="pres">
      <dgm:prSet presAssocID="{022181FB-BF22-424A-A7BB-50A981CA3D47}" presName="sibTrans" presStyleLbl="sibTrans2D1" presStyleIdx="0" presStyleCnt="0"/>
      <dgm:spPr/>
    </dgm:pt>
    <dgm:pt modelId="{94380483-004E-4E2B-AAE4-16F458F87E3C}" type="pres">
      <dgm:prSet presAssocID="{F67A7AD4-37E1-4C1C-B88E-3211CDBDBBF3}" presName="compNode" presStyleCnt="0"/>
      <dgm:spPr/>
    </dgm:pt>
    <dgm:pt modelId="{15B71508-AB2E-4EAC-88A5-E89BABF0A360}" type="pres">
      <dgm:prSet presAssocID="{F67A7AD4-37E1-4C1C-B88E-3211CDBDBBF3}" presName="iconBgRect" presStyleLbl="bgShp" presStyleIdx="2" presStyleCnt="6"/>
      <dgm:spPr/>
    </dgm:pt>
    <dgm:pt modelId="{590CC11D-55A2-4708-9F18-C1D799AC2D8C}" type="pres">
      <dgm:prSet presAssocID="{F67A7AD4-37E1-4C1C-B88E-3211CDBDBBF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9E3C9F5-7FB8-4136-ABE1-A108A6DD3628}" type="pres">
      <dgm:prSet presAssocID="{F67A7AD4-37E1-4C1C-B88E-3211CDBDBBF3}" presName="spaceRect" presStyleCnt="0"/>
      <dgm:spPr/>
    </dgm:pt>
    <dgm:pt modelId="{F281C0E2-203E-42F2-AF72-2EA97BB4025C}" type="pres">
      <dgm:prSet presAssocID="{F67A7AD4-37E1-4C1C-B88E-3211CDBDBBF3}" presName="textRect" presStyleLbl="revTx" presStyleIdx="2" presStyleCnt="6">
        <dgm:presLayoutVars>
          <dgm:chMax val="1"/>
          <dgm:chPref val="1"/>
        </dgm:presLayoutVars>
      </dgm:prSet>
      <dgm:spPr/>
    </dgm:pt>
    <dgm:pt modelId="{7D8444DC-A56D-4DAC-8B25-90CB257333C5}" type="pres">
      <dgm:prSet presAssocID="{C61DFC47-835D-4729-87E1-B6E3FD770856}" presName="sibTrans" presStyleLbl="sibTrans2D1" presStyleIdx="0" presStyleCnt="0"/>
      <dgm:spPr/>
    </dgm:pt>
    <dgm:pt modelId="{F097989B-6F23-44E1-89E0-32B325A69BE1}" type="pres">
      <dgm:prSet presAssocID="{0AA9CADC-A04B-4E5F-A548-C2E3DF6501BE}" presName="compNode" presStyleCnt="0"/>
      <dgm:spPr/>
    </dgm:pt>
    <dgm:pt modelId="{4A599A79-163B-4CD9-8F26-28AAFE7306B4}" type="pres">
      <dgm:prSet presAssocID="{0AA9CADC-A04B-4E5F-A548-C2E3DF6501BE}" presName="iconBgRect" presStyleLbl="bgShp" presStyleIdx="3" presStyleCnt="6"/>
      <dgm:spPr/>
    </dgm:pt>
    <dgm:pt modelId="{F949B5A9-27BE-402B-9D1E-50711C31AC81}" type="pres">
      <dgm:prSet presAssocID="{0AA9CADC-A04B-4E5F-A548-C2E3DF6501B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230E9B0B-AABB-494A-85CA-4BED3A24E1ED}" type="pres">
      <dgm:prSet presAssocID="{0AA9CADC-A04B-4E5F-A548-C2E3DF6501BE}" presName="spaceRect" presStyleCnt="0"/>
      <dgm:spPr/>
    </dgm:pt>
    <dgm:pt modelId="{74FF63B9-9E9D-41D3-8321-918EED699F43}" type="pres">
      <dgm:prSet presAssocID="{0AA9CADC-A04B-4E5F-A548-C2E3DF6501BE}" presName="textRect" presStyleLbl="revTx" presStyleIdx="3" presStyleCnt="6">
        <dgm:presLayoutVars>
          <dgm:chMax val="1"/>
          <dgm:chPref val="1"/>
        </dgm:presLayoutVars>
      </dgm:prSet>
      <dgm:spPr/>
    </dgm:pt>
    <dgm:pt modelId="{BD320D3F-1AA9-4D3D-A70A-CEAE036C0789}" type="pres">
      <dgm:prSet presAssocID="{D3F75682-B52F-419C-8704-A9F85D533739}" presName="sibTrans" presStyleLbl="sibTrans2D1" presStyleIdx="0" presStyleCnt="0"/>
      <dgm:spPr/>
    </dgm:pt>
    <dgm:pt modelId="{5325F81C-405F-4A7A-910B-C39DB9EDF89C}" type="pres">
      <dgm:prSet presAssocID="{B26AE181-F995-4A6E-8850-9D1F33897B0D}" presName="compNode" presStyleCnt="0"/>
      <dgm:spPr/>
    </dgm:pt>
    <dgm:pt modelId="{D9FA848B-910C-416B-960C-E57226ADE79B}" type="pres">
      <dgm:prSet presAssocID="{B26AE181-F995-4A6E-8850-9D1F33897B0D}" presName="iconBgRect" presStyleLbl="bgShp" presStyleIdx="4" presStyleCnt="6"/>
      <dgm:spPr/>
    </dgm:pt>
    <dgm:pt modelId="{849C399E-A5B1-4393-A068-DBAFE2A469C7}" type="pres">
      <dgm:prSet presAssocID="{B26AE181-F995-4A6E-8850-9D1F33897B0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82E048AE-6ED3-4E3D-A103-5E42E6FF40B8}" type="pres">
      <dgm:prSet presAssocID="{B26AE181-F995-4A6E-8850-9D1F33897B0D}" presName="spaceRect" presStyleCnt="0"/>
      <dgm:spPr/>
    </dgm:pt>
    <dgm:pt modelId="{84B5C3D9-41DA-4117-860F-053B797C1C43}" type="pres">
      <dgm:prSet presAssocID="{B26AE181-F995-4A6E-8850-9D1F33897B0D}" presName="textRect" presStyleLbl="revTx" presStyleIdx="4" presStyleCnt="6">
        <dgm:presLayoutVars>
          <dgm:chMax val="1"/>
          <dgm:chPref val="1"/>
        </dgm:presLayoutVars>
      </dgm:prSet>
      <dgm:spPr/>
    </dgm:pt>
    <dgm:pt modelId="{D4D72735-98B3-47F4-A6B2-BA0389087119}" type="pres">
      <dgm:prSet presAssocID="{45097C98-DE7B-4927-9740-FBDE7BC5DD3B}" presName="sibTrans" presStyleLbl="sibTrans2D1" presStyleIdx="0" presStyleCnt="0"/>
      <dgm:spPr/>
    </dgm:pt>
    <dgm:pt modelId="{0F11CD99-023A-4750-B1DE-4611152AC33D}" type="pres">
      <dgm:prSet presAssocID="{5ADB2D50-3526-4AAD-B3CE-80510E2C6F5B}" presName="compNode" presStyleCnt="0"/>
      <dgm:spPr/>
    </dgm:pt>
    <dgm:pt modelId="{54B52603-DF67-4077-B6EE-10FA921488AC}" type="pres">
      <dgm:prSet presAssocID="{5ADB2D50-3526-4AAD-B3CE-80510E2C6F5B}" presName="iconBgRect" presStyleLbl="bgShp" presStyleIdx="5" presStyleCnt="6"/>
      <dgm:spPr/>
    </dgm:pt>
    <dgm:pt modelId="{2BB4407F-B0DD-4854-8D68-8F1DC00312F2}" type="pres">
      <dgm:prSet presAssocID="{5ADB2D50-3526-4AAD-B3CE-80510E2C6F5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717D8F6-1C4E-4CCD-9FA0-43CE34BBEF16}" type="pres">
      <dgm:prSet presAssocID="{5ADB2D50-3526-4AAD-B3CE-80510E2C6F5B}" presName="spaceRect" presStyleCnt="0"/>
      <dgm:spPr/>
    </dgm:pt>
    <dgm:pt modelId="{5A63E83F-FD71-4812-B908-9FC41AA5BBA3}" type="pres">
      <dgm:prSet presAssocID="{5ADB2D50-3526-4AAD-B3CE-80510E2C6F5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68B5E600-016E-476C-837C-6DE63AEA23B8}" type="presOf" srcId="{0AA9CADC-A04B-4E5F-A548-C2E3DF6501BE}" destId="{74FF63B9-9E9D-41D3-8321-918EED699F43}" srcOrd="0" destOrd="0" presId="urn:microsoft.com/office/officeart/2018/2/layout/IconCircleList"/>
    <dgm:cxn modelId="{2798D92F-2C4E-4020-BF25-CC46E967A5DE}" srcId="{87FCCAD0-12C7-4765-9710-684D75F82A6E}" destId="{924E414D-1FD0-4790-9DC5-7AFFFE415263}" srcOrd="1" destOrd="0" parTransId="{92B89FCB-C553-4661-B9E7-DF08E31187F7}" sibTransId="{022181FB-BF22-424A-A7BB-50A981CA3D47}"/>
    <dgm:cxn modelId="{01BB7830-1547-46D6-9669-2DD3D8318FE0}" srcId="{87FCCAD0-12C7-4765-9710-684D75F82A6E}" destId="{B26AE181-F995-4A6E-8850-9D1F33897B0D}" srcOrd="4" destOrd="0" parTransId="{E3347786-2B62-4692-994D-C4DCC7E0D163}" sibTransId="{45097C98-DE7B-4927-9740-FBDE7BC5DD3B}"/>
    <dgm:cxn modelId="{E843DD32-520C-4FE8-9385-7818A8BB5C77}" srcId="{87FCCAD0-12C7-4765-9710-684D75F82A6E}" destId="{0AA9CADC-A04B-4E5F-A548-C2E3DF6501BE}" srcOrd="3" destOrd="0" parTransId="{2F44A85C-F205-4452-A0C2-991A57E0BCA9}" sibTransId="{D3F75682-B52F-419C-8704-A9F85D533739}"/>
    <dgm:cxn modelId="{F3DDFC3B-6ECA-49BF-AEE3-A2B139381C0D}" type="presOf" srcId="{C61DFC47-835D-4729-87E1-B6E3FD770856}" destId="{7D8444DC-A56D-4DAC-8B25-90CB257333C5}" srcOrd="0" destOrd="0" presId="urn:microsoft.com/office/officeart/2018/2/layout/IconCircleList"/>
    <dgm:cxn modelId="{9A383A64-598C-48A3-B304-58FFFB8400BB}" type="presOf" srcId="{45097C98-DE7B-4927-9740-FBDE7BC5DD3B}" destId="{D4D72735-98B3-47F4-A6B2-BA0389087119}" srcOrd="0" destOrd="0" presId="urn:microsoft.com/office/officeart/2018/2/layout/IconCircleList"/>
    <dgm:cxn modelId="{970BDE72-97F4-47AF-AE70-1F7559135966}" type="presOf" srcId="{022181FB-BF22-424A-A7BB-50A981CA3D47}" destId="{019EDF5B-F22E-4234-BF29-6E7B7DC8F71D}" srcOrd="0" destOrd="0" presId="urn:microsoft.com/office/officeart/2018/2/layout/IconCircleList"/>
    <dgm:cxn modelId="{EFFDE054-8A01-4EE8-A6E1-019B32FFF1C5}" type="presOf" srcId="{87FCCAD0-12C7-4765-9710-684D75F82A6E}" destId="{8AD09F63-0CC7-4A71-8560-D89931330800}" srcOrd="0" destOrd="0" presId="urn:microsoft.com/office/officeart/2018/2/layout/IconCircleList"/>
    <dgm:cxn modelId="{1C65705A-3A87-4AFE-B11B-2FF855B9AA4A}" srcId="{87FCCAD0-12C7-4765-9710-684D75F82A6E}" destId="{F67A7AD4-37E1-4C1C-B88E-3211CDBDBBF3}" srcOrd="2" destOrd="0" parTransId="{CE30B5C4-AA64-499D-A9DB-0F84F94F5B7C}" sibTransId="{C61DFC47-835D-4729-87E1-B6E3FD770856}"/>
    <dgm:cxn modelId="{FF5A3380-39E8-4F50-B6C2-EF6248313971}" srcId="{87FCCAD0-12C7-4765-9710-684D75F82A6E}" destId="{A826DB5D-F4FA-4621-9A98-CE17BA7E3CC1}" srcOrd="0" destOrd="0" parTransId="{4B15CBC8-37B0-40F7-BE90-E4E0BB6010DD}" sibTransId="{7ED8956B-3542-45E6-B202-7E23BC08B604}"/>
    <dgm:cxn modelId="{3AFEB496-D946-4EAF-AA3C-751C9017CD2B}" type="presOf" srcId="{F67A7AD4-37E1-4C1C-B88E-3211CDBDBBF3}" destId="{F281C0E2-203E-42F2-AF72-2EA97BB4025C}" srcOrd="0" destOrd="0" presId="urn:microsoft.com/office/officeart/2018/2/layout/IconCircleList"/>
    <dgm:cxn modelId="{09EF6597-B909-412A-98E9-8D7B467C44AD}" type="presOf" srcId="{D3F75682-B52F-419C-8704-A9F85D533739}" destId="{BD320D3F-1AA9-4D3D-A70A-CEAE036C0789}" srcOrd="0" destOrd="0" presId="urn:microsoft.com/office/officeart/2018/2/layout/IconCircleList"/>
    <dgm:cxn modelId="{DC071CC2-68C4-4070-9FAA-24F845023A2D}" type="presOf" srcId="{7ED8956B-3542-45E6-B202-7E23BC08B604}" destId="{8E4691A5-78AC-42B4-AF9C-F8BA4892AFEF}" srcOrd="0" destOrd="0" presId="urn:microsoft.com/office/officeart/2018/2/layout/IconCircleList"/>
    <dgm:cxn modelId="{7253A9C5-A727-48EE-B52B-29891EF8D060}" srcId="{87FCCAD0-12C7-4765-9710-684D75F82A6E}" destId="{5ADB2D50-3526-4AAD-B3CE-80510E2C6F5B}" srcOrd="5" destOrd="0" parTransId="{9339E0B7-6E03-4290-8635-5999B8475114}" sibTransId="{A8A9148F-6E53-4F2A-BB37-17F9A91DFBE9}"/>
    <dgm:cxn modelId="{7D92CCC6-0598-4B4E-B4DE-2C7965880395}" type="presOf" srcId="{A826DB5D-F4FA-4621-9A98-CE17BA7E3CC1}" destId="{6DCF06E3-F395-4733-86C6-B549A32474B5}" srcOrd="0" destOrd="0" presId="urn:microsoft.com/office/officeart/2018/2/layout/IconCircleList"/>
    <dgm:cxn modelId="{BDE058CB-684E-4DC6-BB25-39E4A7C7DCA7}" type="presOf" srcId="{B26AE181-F995-4A6E-8850-9D1F33897B0D}" destId="{84B5C3D9-41DA-4117-860F-053B797C1C43}" srcOrd="0" destOrd="0" presId="urn:microsoft.com/office/officeart/2018/2/layout/IconCircleList"/>
    <dgm:cxn modelId="{5EADB8D3-7D97-4856-B939-0D9A1D9D6471}" type="presOf" srcId="{924E414D-1FD0-4790-9DC5-7AFFFE415263}" destId="{AD4B97F3-09BE-4989-A04E-09E34AE27C7A}" srcOrd="0" destOrd="0" presId="urn:microsoft.com/office/officeart/2018/2/layout/IconCircleList"/>
    <dgm:cxn modelId="{5FDE52E5-611A-4CAF-8999-93F01B1D8CE7}" type="presOf" srcId="{5ADB2D50-3526-4AAD-B3CE-80510E2C6F5B}" destId="{5A63E83F-FD71-4812-B908-9FC41AA5BBA3}" srcOrd="0" destOrd="0" presId="urn:microsoft.com/office/officeart/2018/2/layout/IconCircleList"/>
    <dgm:cxn modelId="{C31F3F3A-D10E-48E4-B94F-EFEA3B715797}" type="presParOf" srcId="{8AD09F63-0CC7-4A71-8560-D89931330800}" destId="{A1DB3661-99AD-4523-B9C0-92AC0A72FD2D}" srcOrd="0" destOrd="0" presId="urn:microsoft.com/office/officeart/2018/2/layout/IconCircleList"/>
    <dgm:cxn modelId="{C582FE58-1B3E-41A2-B160-CA406BC8EFCA}" type="presParOf" srcId="{A1DB3661-99AD-4523-B9C0-92AC0A72FD2D}" destId="{A4493171-5FC5-4FCE-A603-FB4AFC188F74}" srcOrd="0" destOrd="0" presId="urn:microsoft.com/office/officeart/2018/2/layout/IconCircleList"/>
    <dgm:cxn modelId="{BC6C1744-DD37-4A9A-8547-BB74A0D7B91D}" type="presParOf" srcId="{A4493171-5FC5-4FCE-A603-FB4AFC188F74}" destId="{E6DFD828-02A0-4033-B76A-5B5F78EEFE42}" srcOrd="0" destOrd="0" presId="urn:microsoft.com/office/officeart/2018/2/layout/IconCircleList"/>
    <dgm:cxn modelId="{7DF4DC86-4594-4A87-AED0-70998CA65D77}" type="presParOf" srcId="{A4493171-5FC5-4FCE-A603-FB4AFC188F74}" destId="{7C5ED0B6-AE21-487D-BE32-577E500522B2}" srcOrd="1" destOrd="0" presId="urn:microsoft.com/office/officeart/2018/2/layout/IconCircleList"/>
    <dgm:cxn modelId="{5EBF0613-A311-49AF-9DC8-533A0239E840}" type="presParOf" srcId="{A4493171-5FC5-4FCE-A603-FB4AFC188F74}" destId="{F86F0F5C-570F-4270-8348-342190F9781C}" srcOrd="2" destOrd="0" presId="urn:microsoft.com/office/officeart/2018/2/layout/IconCircleList"/>
    <dgm:cxn modelId="{58F625D3-EDFB-4491-B05A-38EC3D390504}" type="presParOf" srcId="{A4493171-5FC5-4FCE-A603-FB4AFC188F74}" destId="{6DCF06E3-F395-4733-86C6-B549A32474B5}" srcOrd="3" destOrd="0" presId="urn:microsoft.com/office/officeart/2018/2/layout/IconCircleList"/>
    <dgm:cxn modelId="{58D18423-117B-4912-B102-2D590D68C1AA}" type="presParOf" srcId="{A1DB3661-99AD-4523-B9C0-92AC0A72FD2D}" destId="{8E4691A5-78AC-42B4-AF9C-F8BA4892AFEF}" srcOrd="1" destOrd="0" presId="urn:microsoft.com/office/officeart/2018/2/layout/IconCircleList"/>
    <dgm:cxn modelId="{B6BDB484-295C-445B-B822-4D6AA1DF1EA0}" type="presParOf" srcId="{A1DB3661-99AD-4523-B9C0-92AC0A72FD2D}" destId="{EE94E80A-E9E5-4E65-BAEA-A36D999F2218}" srcOrd="2" destOrd="0" presId="urn:microsoft.com/office/officeart/2018/2/layout/IconCircleList"/>
    <dgm:cxn modelId="{3C0D2CCC-0205-4AF8-A92D-0A40CB5A01FE}" type="presParOf" srcId="{EE94E80A-E9E5-4E65-BAEA-A36D999F2218}" destId="{97C2CD9A-F05B-4861-B280-F2A5119F1650}" srcOrd="0" destOrd="0" presId="urn:microsoft.com/office/officeart/2018/2/layout/IconCircleList"/>
    <dgm:cxn modelId="{7E0AAFEE-E8F9-4FC3-9C77-43A49A31CA0A}" type="presParOf" srcId="{EE94E80A-E9E5-4E65-BAEA-A36D999F2218}" destId="{416EFCAB-F950-422A-BF3B-2ED5CFB963D1}" srcOrd="1" destOrd="0" presId="urn:microsoft.com/office/officeart/2018/2/layout/IconCircleList"/>
    <dgm:cxn modelId="{5DED178E-0E12-474B-BD4C-AD8F6ACF6AFA}" type="presParOf" srcId="{EE94E80A-E9E5-4E65-BAEA-A36D999F2218}" destId="{7A3E3719-641E-419F-ACA4-D9D6D25B3035}" srcOrd="2" destOrd="0" presId="urn:microsoft.com/office/officeart/2018/2/layout/IconCircleList"/>
    <dgm:cxn modelId="{759E087A-3E74-4D73-95A8-C433693AEBEA}" type="presParOf" srcId="{EE94E80A-E9E5-4E65-BAEA-A36D999F2218}" destId="{AD4B97F3-09BE-4989-A04E-09E34AE27C7A}" srcOrd="3" destOrd="0" presId="urn:microsoft.com/office/officeart/2018/2/layout/IconCircleList"/>
    <dgm:cxn modelId="{899C4E0F-E37E-4294-83D9-ADA338A5FFB2}" type="presParOf" srcId="{A1DB3661-99AD-4523-B9C0-92AC0A72FD2D}" destId="{019EDF5B-F22E-4234-BF29-6E7B7DC8F71D}" srcOrd="3" destOrd="0" presId="urn:microsoft.com/office/officeart/2018/2/layout/IconCircleList"/>
    <dgm:cxn modelId="{BCA45D8F-02CA-4B67-8EF0-ABAC8D692C18}" type="presParOf" srcId="{A1DB3661-99AD-4523-B9C0-92AC0A72FD2D}" destId="{94380483-004E-4E2B-AAE4-16F458F87E3C}" srcOrd="4" destOrd="0" presId="urn:microsoft.com/office/officeart/2018/2/layout/IconCircleList"/>
    <dgm:cxn modelId="{21CD01CF-0CFA-486C-8988-7057510FB275}" type="presParOf" srcId="{94380483-004E-4E2B-AAE4-16F458F87E3C}" destId="{15B71508-AB2E-4EAC-88A5-E89BABF0A360}" srcOrd="0" destOrd="0" presId="urn:microsoft.com/office/officeart/2018/2/layout/IconCircleList"/>
    <dgm:cxn modelId="{29B05A8A-0383-4777-94A1-6DD2E0B80973}" type="presParOf" srcId="{94380483-004E-4E2B-AAE4-16F458F87E3C}" destId="{590CC11D-55A2-4708-9F18-C1D799AC2D8C}" srcOrd="1" destOrd="0" presId="urn:microsoft.com/office/officeart/2018/2/layout/IconCircleList"/>
    <dgm:cxn modelId="{6C843F2E-7605-48A1-8A89-39BF012E4A19}" type="presParOf" srcId="{94380483-004E-4E2B-AAE4-16F458F87E3C}" destId="{69E3C9F5-7FB8-4136-ABE1-A108A6DD3628}" srcOrd="2" destOrd="0" presId="urn:microsoft.com/office/officeart/2018/2/layout/IconCircleList"/>
    <dgm:cxn modelId="{84234D32-F782-4246-B337-B8A3FB45FB65}" type="presParOf" srcId="{94380483-004E-4E2B-AAE4-16F458F87E3C}" destId="{F281C0E2-203E-42F2-AF72-2EA97BB4025C}" srcOrd="3" destOrd="0" presId="urn:microsoft.com/office/officeart/2018/2/layout/IconCircleList"/>
    <dgm:cxn modelId="{933F2CD5-10C0-4B8A-85C7-7A13154F7159}" type="presParOf" srcId="{A1DB3661-99AD-4523-B9C0-92AC0A72FD2D}" destId="{7D8444DC-A56D-4DAC-8B25-90CB257333C5}" srcOrd="5" destOrd="0" presId="urn:microsoft.com/office/officeart/2018/2/layout/IconCircleList"/>
    <dgm:cxn modelId="{E0EADC2E-F727-47CB-92C2-54FB087318D7}" type="presParOf" srcId="{A1DB3661-99AD-4523-B9C0-92AC0A72FD2D}" destId="{F097989B-6F23-44E1-89E0-32B325A69BE1}" srcOrd="6" destOrd="0" presId="urn:microsoft.com/office/officeart/2018/2/layout/IconCircleList"/>
    <dgm:cxn modelId="{7CDBDFA0-E22A-49A6-ACA9-3A2BFFC7417C}" type="presParOf" srcId="{F097989B-6F23-44E1-89E0-32B325A69BE1}" destId="{4A599A79-163B-4CD9-8F26-28AAFE7306B4}" srcOrd="0" destOrd="0" presId="urn:microsoft.com/office/officeart/2018/2/layout/IconCircleList"/>
    <dgm:cxn modelId="{601D22B7-C767-42C5-B2F3-A840A9D4B91A}" type="presParOf" srcId="{F097989B-6F23-44E1-89E0-32B325A69BE1}" destId="{F949B5A9-27BE-402B-9D1E-50711C31AC81}" srcOrd="1" destOrd="0" presId="urn:microsoft.com/office/officeart/2018/2/layout/IconCircleList"/>
    <dgm:cxn modelId="{7835E0C0-9DFC-4FC2-B9F1-9628EA61A7CD}" type="presParOf" srcId="{F097989B-6F23-44E1-89E0-32B325A69BE1}" destId="{230E9B0B-AABB-494A-85CA-4BED3A24E1ED}" srcOrd="2" destOrd="0" presId="urn:microsoft.com/office/officeart/2018/2/layout/IconCircleList"/>
    <dgm:cxn modelId="{0306D26B-F96F-4DBB-8819-6D7CBE323162}" type="presParOf" srcId="{F097989B-6F23-44E1-89E0-32B325A69BE1}" destId="{74FF63B9-9E9D-41D3-8321-918EED699F43}" srcOrd="3" destOrd="0" presId="urn:microsoft.com/office/officeart/2018/2/layout/IconCircleList"/>
    <dgm:cxn modelId="{4A8E67F9-428D-47F8-82C2-254505ACBBD2}" type="presParOf" srcId="{A1DB3661-99AD-4523-B9C0-92AC0A72FD2D}" destId="{BD320D3F-1AA9-4D3D-A70A-CEAE036C0789}" srcOrd="7" destOrd="0" presId="urn:microsoft.com/office/officeart/2018/2/layout/IconCircleList"/>
    <dgm:cxn modelId="{B921E90B-59E3-43CA-A8C4-E7D72BBA3E09}" type="presParOf" srcId="{A1DB3661-99AD-4523-B9C0-92AC0A72FD2D}" destId="{5325F81C-405F-4A7A-910B-C39DB9EDF89C}" srcOrd="8" destOrd="0" presId="urn:microsoft.com/office/officeart/2018/2/layout/IconCircleList"/>
    <dgm:cxn modelId="{855A6CB6-3D45-4C9C-9790-BF41A232E7A6}" type="presParOf" srcId="{5325F81C-405F-4A7A-910B-C39DB9EDF89C}" destId="{D9FA848B-910C-416B-960C-E57226ADE79B}" srcOrd="0" destOrd="0" presId="urn:microsoft.com/office/officeart/2018/2/layout/IconCircleList"/>
    <dgm:cxn modelId="{2447BC87-3F0C-42E0-94EE-51297723C057}" type="presParOf" srcId="{5325F81C-405F-4A7A-910B-C39DB9EDF89C}" destId="{849C399E-A5B1-4393-A068-DBAFE2A469C7}" srcOrd="1" destOrd="0" presId="urn:microsoft.com/office/officeart/2018/2/layout/IconCircleList"/>
    <dgm:cxn modelId="{4E824A5B-ADC9-4A4F-8CD7-A5945536AE84}" type="presParOf" srcId="{5325F81C-405F-4A7A-910B-C39DB9EDF89C}" destId="{82E048AE-6ED3-4E3D-A103-5E42E6FF40B8}" srcOrd="2" destOrd="0" presId="urn:microsoft.com/office/officeart/2018/2/layout/IconCircleList"/>
    <dgm:cxn modelId="{0EAE54E2-9473-4A37-A63B-13D8A968D03E}" type="presParOf" srcId="{5325F81C-405F-4A7A-910B-C39DB9EDF89C}" destId="{84B5C3D9-41DA-4117-860F-053B797C1C43}" srcOrd="3" destOrd="0" presId="urn:microsoft.com/office/officeart/2018/2/layout/IconCircleList"/>
    <dgm:cxn modelId="{759234CE-6B6C-48A8-925D-F061A931564A}" type="presParOf" srcId="{A1DB3661-99AD-4523-B9C0-92AC0A72FD2D}" destId="{D4D72735-98B3-47F4-A6B2-BA0389087119}" srcOrd="9" destOrd="0" presId="urn:microsoft.com/office/officeart/2018/2/layout/IconCircleList"/>
    <dgm:cxn modelId="{ADE52621-379F-4E54-9EC3-C355C94E801E}" type="presParOf" srcId="{A1DB3661-99AD-4523-B9C0-92AC0A72FD2D}" destId="{0F11CD99-023A-4750-B1DE-4611152AC33D}" srcOrd="10" destOrd="0" presId="urn:microsoft.com/office/officeart/2018/2/layout/IconCircleList"/>
    <dgm:cxn modelId="{E7FE47AE-9256-4077-A3F3-13FD20C82DBC}" type="presParOf" srcId="{0F11CD99-023A-4750-B1DE-4611152AC33D}" destId="{54B52603-DF67-4077-B6EE-10FA921488AC}" srcOrd="0" destOrd="0" presId="urn:microsoft.com/office/officeart/2018/2/layout/IconCircleList"/>
    <dgm:cxn modelId="{07514536-2825-41F6-AC7E-F46A29890CE4}" type="presParOf" srcId="{0F11CD99-023A-4750-B1DE-4611152AC33D}" destId="{2BB4407F-B0DD-4854-8D68-8F1DC00312F2}" srcOrd="1" destOrd="0" presId="urn:microsoft.com/office/officeart/2018/2/layout/IconCircleList"/>
    <dgm:cxn modelId="{345306CE-0E60-463F-9B46-2FF17A347EF2}" type="presParOf" srcId="{0F11CD99-023A-4750-B1DE-4611152AC33D}" destId="{3717D8F6-1C4E-4CCD-9FA0-43CE34BBEF16}" srcOrd="2" destOrd="0" presId="urn:microsoft.com/office/officeart/2018/2/layout/IconCircleList"/>
    <dgm:cxn modelId="{93C6A290-5D1B-4C55-B4A6-578D2867039C}" type="presParOf" srcId="{0F11CD99-023A-4750-B1DE-4611152AC33D}" destId="{5A63E83F-FD71-4812-B908-9FC41AA5BBA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8BD29-7EC0-4B76-B39E-B8D63FD86CBB}">
      <dsp:nvSpPr>
        <dsp:cNvPr id="0" name=""/>
        <dsp:cNvSpPr/>
      </dsp:nvSpPr>
      <dsp:spPr>
        <a:xfrm>
          <a:off x="967" y="594648"/>
          <a:ext cx="2062306" cy="1237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Vectors (numbers) that the model creates to describe something</a:t>
          </a:r>
        </a:p>
      </dsp:txBody>
      <dsp:txXfrm>
        <a:off x="37209" y="630890"/>
        <a:ext cx="1989822" cy="1164899"/>
      </dsp:txXfrm>
    </dsp:sp>
    <dsp:sp modelId="{9ACE62E6-6A79-409E-A495-E508A7C788D1}">
      <dsp:nvSpPr>
        <dsp:cNvPr id="0" name=""/>
        <dsp:cNvSpPr/>
      </dsp:nvSpPr>
      <dsp:spPr>
        <a:xfrm>
          <a:off x="2244756" y="957614"/>
          <a:ext cx="437208" cy="5114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44756" y="1059904"/>
        <a:ext cx="306046" cy="306871"/>
      </dsp:txXfrm>
    </dsp:sp>
    <dsp:sp modelId="{E33DEDF7-D943-4CAF-B7C3-99CEB941FD47}">
      <dsp:nvSpPr>
        <dsp:cNvPr id="0" name=""/>
        <dsp:cNvSpPr/>
      </dsp:nvSpPr>
      <dsp:spPr>
        <a:xfrm>
          <a:off x="2888195" y="594648"/>
          <a:ext cx="2062306" cy="1237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These numbers capture the overall meaning. (forest- green, trees, humid etc)</a:t>
          </a:r>
        </a:p>
      </dsp:txBody>
      <dsp:txXfrm>
        <a:off x="2924437" y="630890"/>
        <a:ext cx="1989822" cy="1164899"/>
      </dsp:txXfrm>
    </dsp:sp>
    <dsp:sp modelId="{F8FBE343-51A2-4A2B-8792-2CDD33216E75}">
      <dsp:nvSpPr>
        <dsp:cNvPr id="0" name=""/>
        <dsp:cNvSpPr/>
      </dsp:nvSpPr>
      <dsp:spPr>
        <a:xfrm rot="5400000">
          <a:off x="3700744" y="1976393"/>
          <a:ext cx="437208" cy="5114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3765913" y="2013514"/>
        <a:ext cx="306871" cy="306046"/>
      </dsp:txXfrm>
    </dsp:sp>
    <dsp:sp modelId="{2B11C960-E5E8-4F7A-90D5-05A4B150EA9F}">
      <dsp:nvSpPr>
        <dsp:cNvPr id="0" name=""/>
        <dsp:cNvSpPr/>
      </dsp:nvSpPr>
      <dsp:spPr>
        <a:xfrm>
          <a:off x="2888195" y="2656954"/>
          <a:ext cx="2062306" cy="1237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They let us measure similarity</a:t>
          </a:r>
        </a:p>
      </dsp:txBody>
      <dsp:txXfrm>
        <a:off x="2924437" y="2693196"/>
        <a:ext cx="1989822" cy="11648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DFD828-02A0-4033-B76A-5B5F78EEFE42}">
      <dsp:nvSpPr>
        <dsp:cNvPr id="0" name=""/>
        <dsp:cNvSpPr/>
      </dsp:nvSpPr>
      <dsp:spPr>
        <a:xfrm>
          <a:off x="194508" y="641247"/>
          <a:ext cx="910382" cy="9103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5ED0B6-AE21-487D-BE32-577E500522B2}">
      <dsp:nvSpPr>
        <dsp:cNvPr id="0" name=""/>
        <dsp:cNvSpPr/>
      </dsp:nvSpPr>
      <dsp:spPr>
        <a:xfrm>
          <a:off x="385688" y="832428"/>
          <a:ext cx="528021" cy="5280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CF06E3-F395-4733-86C6-B549A32474B5}">
      <dsp:nvSpPr>
        <dsp:cNvPr id="0" name=""/>
        <dsp:cNvSpPr/>
      </dsp:nvSpPr>
      <dsp:spPr>
        <a:xfrm>
          <a:off x="1299972" y="64124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Vision foundation models</a:t>
          </a:r>
        </a:p>
      </dsp:txBody>
      <dsp:txXfrm>
        <a:off x="1299972" y="641247"/>
        <a:ext cx="2145901" cy="910382"/>
      </dsp:txXfrm>
    </dsp:sp>
    <dsp:sp modelId="{97C2CD9A-F05B-4861-B280-F2A5119F1650}">
      <dsp:nvSpPr>
        <dsp:cNvPr id="0" name=""/>
        <dsp:cNvSpPr/>
      </dsp:nvSpPr>
      <dsp:spPr>
        <a:xfrm>
          <a:off x="3819781" y="641247"/>
          <a:ext cx="910382" cy="9103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EFCAB-F950-422A-BF3B-2ED5CFB963D1}">
      <dsp:nvSpPr>
        <dsp:cNvPr id="0" name=""/>
        <dsp:cNvSpPr/>
      </dsp:nvSpPr>
      <dsp:spPr>
        <a:xfrm>
          <a:off x="4010961" y="832428"/>
          <a:ext cx="528021" cy="5280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B97F3-09BE-4989-A04E-09E34AE27C7A}">
      <dsp:nvSpPr>
        <dsp:cNvPr id="0" name=""/>
        <dsp:cNvSpPr/>
      </dsp:nvSpPr>
      <dsp:spPr>
        <a:xfrm>
          <a:off x="4925245" y="64124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Vision language foundation models</a:t>
          </a:r>
        </a:p>
      </dsp:txBody>
      <dsp:txXfrm>
        <a:off x="4925245" y="641247"/>
        <a:ext cx="2145901" cy="910382"/>
      </dsp:txXfrm>
    </dsp:sp>
    <dsp:sp modelId="{15B71508-AB2E-4EAC-88A5-E89BABF0A360}">
      <dsp:nvSpPr>
        <dsp:cNvPr id="0" name=""/>
        <dsp:cNvSpPr/>
      </dsp:nvSpPr>
      <dsp:spPr>
        <a:xfrm>
          <a:off x="7445054" y="641247"/>
          <a:ext cx="910382" cy="9103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0CC11D-55A2-4708-9F18-C1D799AC2D8C}">
      <dsp:nvSpPr>
        <dsp:cNvPr id="0" name=""/>
        <dsp:cNvSpPr/>
      </dsp:nvSpPr>
      <dsp:spPr>
        <a:xfrm>
          <a:off x="7636234" y="832428"/>
          <a:ext cx="528021" cy="5280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1C0E2-203E-42F2-AF72-2EA97BB4025C}">
      <dsp:nvSpPr>
        <dsp:cNvPr id="0" name=""/>
        <dsp:cNvSpPr/>
      </dsp:nvSpPr>
      <dsp:spPr>
        <a:xfrm>
          <a:off x="8550519" y="64124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Generative foundation models</a:t>
          </a:r>
        </a:p>
      </dsp:txBody>
      <dsp:txXfrm>
        <a:off x="8550519" y="641247"/>
        <a:ext cx="2145901" cy="910382"/>
      </dsp:txXfrm>
    </dsp:sp>
    <dsp:sp modelId="{4A599A79-163B-4CD9-8F26-28AAFE7306B4}">
      <dsp:nvSpPr>
        <dsp:cNvPr id="0" name=""/>
        <dsp:cNvSpPr/>
      </dsp:nvSpPr>
      <dsp:spPr>
        <a:xfrm>
          <a:off x="194508" y="2187237"/>
          <a:ext cx="910382" cy="9103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9B5A9-27BE-402B-9D1E-50711C31AC81}">
      <dsp:nvSpPr>
        <dsp:cNvPr id="0" name=""/>
        <dsp:cNvSpPr/>
      </dsp:nvSpPr>
      <dsp:spPr>
        <a:xfrm>
          <a:off x="385688" y="2378418"/>
          <a:ext cx="528021" cy="5280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FF63B9-9E9D-41D3-8321-918EED699F43}">
      <dsp:nvSpPr>
        <dsp:cNvPr id="0" name=""/>
        <dsp:cNvSpPr/>
      </dsp:nvSpPr>
      <dsp:spPr>
        <a:xfrm>
          <a:off x="1299972" y="218723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Vision location foundation models</a:t>
          </a:r>
        </a:p>
      </dsp:txBody>
      <dsp:txXfrm>
        <a:off x="1299972" y="2187237"/>
        <a:ext cx="2145901" cy="910382"/>
      </dsp:txXfrm>
    </dsp:sp>
    <dsp:sp modelId="{D9FA848B-910C-416B-960C-E57226ADE79B}">
      <dsp:nvSpPr>
        <dsp:cNvPr id="0" name=""/>
        <dsp:cNvSpPr/>
      </dsp:nvSpPr>
      <dsp:spPr>
        <a:xfrm>
          <a:off x="3819781" y="2187237"/>
          <a:ext cx="910382" cy="9103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C399E-A5B1-4393-A068-DBAFE2A469C7}">
      <dsp:nvSpPr>
        <dsp:cNvPr id="0" name=""/>
        <dsp:cNvSpPr/>
      </dsp:nvSpPr>
      <dsp:spPr>
        <a:xfrm>
          <a:off x="4010961" y="2378418"/>
          <a:ext cx="528021" cy="5280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5C3D9-41DA-4117-860F-053B797C1C43}">
      <dsp:nvSpPr>
        <dsp:cNvPr id="0" name=""/>
        <dsp:cNvSpPr/>
      </dsp:nvSpPr>
      <dsp:spPr>
        <a:xfrm>
          <a:off x="4925245" y="218723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Vision audio foundation models</a:t>
          </a:r>
        </a:p>
      </dsp:txBody>
      <dsp:txXfrm>
        <a:off x="4925245" y="2187237"/>
        <a:ext cx="2145901" cy="910382"/>
      </dsp:txXfrm>
    </dsp:sp>
    <dsp:sp modelId="{54B52603-DF67-4077-B6EE-10FA921488AC}">
      <dsp:nvSpPr>
        <dsp:cNvPr id="0" name=""/>
        <dsp:cNvSpPr/>
      </dsp:nvSpPr>
      <dsp:spPr>
        <a:xfrm>
          <a:off x="7445054" y="2187237"/>
          <a:ext cx="910382" cy="9103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B4407F-B0DD-4854-8D68-8F1DC00312F2}">
      <dsp:nvSpPr>
        <dsp:cNvPr id="0" name=""/>
        <dsp:cNvSpPr/>
      </dsp:nvSpPr>
      <dsp:spPr>
        <a:xfrm>
          <a:off x="7636234" y="2378418"/>
          <a:ext cx="528021" cy="5280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3E83F-FD71-4812-B908-9FC41AA5BBA3}">
      <dsp:nvSpPr>
        <dsp:cNvPr id="0" name=""/>
        <dsp:cNvSpPr/>
      </dsp:nvSpPr>
      <dsp:spPr>
        <a:xfrm>
          <a:off x="8550519" y="218723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specific etc</a:t>
          </a:r>
        </a:p>
      </dsp:txBody>
      <dsp:txXfrm>
        <a:off x="8550519" y="2187237"/>
        <a:ext cx="2145901" cy="9103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51D4E-86CB-4596-B2E3-D3FEFC97158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F8D5A-7DE4-4085-8BF9-2BF3A7B64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9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F8D5A-7DE4-4085-8BF9-2BF3A7B64C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4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6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25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7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0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4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9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8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3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3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23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59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67" r:id="rId6"/>
    <p:sldLayoutId id="2147483763" r:id="rId7"/>
    <p:sldLayoutId id="2147483764" r:id="rId8"/>
    <p:sldLayoutId id="2147483765" r:id="rId9"/>
    <p:sldLayoutId id="2147483766" r:id="rId10"/>
    <p:sldLayoutId id="214748376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1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2.xml"/><Relationship Id="rId7" Type="http://schemas.openxmlformats.org/officeDocument/2006/relationships/hyperlink" Target="https://github.com/Jack-bo1220/Awesome-Remote-Sensing-Foundation-Models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12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1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arxiv.org/abs/2311.17179" TargetMode="External"/><Relationship Id="rId7" Type="http://schemas.openxmlformats.org/officeDocument/2006/relationships/image" Target="../media/image11.png"/><Relationship Id="rId2" Type="http://schemas.openxmlformats.org/officeDocument/2006/relationships/hyperlink" Target="https://github.com/microsoft/satcli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hand touching a wheat field&#10;&#10;AI-generated content may be incorrect.">
            <a:extLst>
              <a:ext uri="{FF2B5EF4-FFF2-40B4-BE49-F238E27FC236}">
                <a16:creationId xmlns:a16="http://schemas.microsoft.com/office/drawing/2014/main" id="{26818E22-A0B6-68FD-6C64-E5DD3912C0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217" name="Rectangle 216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C8FB4-7ACA-A9EC-CF37-056627AD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dirty="0"/>
              <a:t>PREDICTING FOOD INSECURITY SEVERITY IN KENYA USING SATCLIP FOUNDATION MODEL EMBEDDINGS AND IPC PHASE DATA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500A8-D24A-CE33-F919-BEAAB67EF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300" dirty="0"/>
              <a:t>Mary Muthee</a:t>
            </a:r>
          </a:p>
          <a:p>
            <a:pPr>
              <a:lnSpc>
                <a:spcPct val="120000"/>
              </a:lnSpc>
            </a:pPr>
            <a:r>
              <a:rPr lang="en-US" sz="1300" dirty="0"/>
              <a:t>Copernicus Master in Digital Earth, 2025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95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DC9E-2A5A-68C4-698A-ED048949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115962"/>
            <a:ext cx="10890929" cy="683341"/>
          </a:xfrm>
        </p:spPr>
        <p:txBody>
          <a:bodyPr>
            <a:normAutofit fontScale="90000"/>
          </a:bodyPr>
          <a:lstStyle/>
          <a:p>
            <a:r>
              <a:rPr lang="en-US"/>
              <a:t>What are Foundation Models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6D6C5B-0E14-202F-9F93-6CC05CF346F0}"/>
              </a:ext>
            </a:extLst>
          </p:cNvPr>
          <p:cNvSpPr/>
          <p:nvPr/>
        </p:nvSpPr>
        <p:spPr>
          <a:xfrm>
            <a:off x="925349" y="2061164"/>
            <a:ext cx="1367841" cy="1367841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Rectangle 6" descr="Head with Gears">
            <a:extLst>
              <a:ext uri="{FF2B5EF4-FFF2-40B4-BE49-F238E27FC236}">
                <a16:creationId xmlns:a16="http://schemas.microsoft.com/office/drawing/2014/main" id="{53042B21-9813-F619-B1F3-FC40D2E8A3C6}"/>
              </a:ext>
            </a:extLst>
          </p:cNvPr>
          <p:cNvSpPr/>
          <p:nvPr/>
        </p:nvSpPr>
        <p:spPr>
          <a:xfrm>
            <a:off x="1222431" y="2303176"/>
            <a:ext cx="793347" cy="793347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5AEC2CD-FF96-79E9-847D-BF31DF962A7E}"/>
              </a:ext>
            </a:extLst>
          </p:cNvPr>
          <p:cNvSpPr/>
          <p:nvPr/>
        </p:nvSpPr>
        <p:spPr>
          <a:xfrm>
            <a:off x="2596134" y="2015930"/>
            <a:ext cx="3224197" cy="1367841"/>
          </a:xfrm>
          <a:custGeom>
            <a:avLst/>
            <a:gdLst>
              <a:gd name="connsiteX0" fmla="*/ 0 w 3224197"/>
              <a:gd name="connsiteY0" fmla="*/ 0 h 1367841"/>
              <a:gd name="connsiteX1" fmla="*/ 3224197 w 3224197"/>
              <a:gd name="connsiteY1" fmla="*/ 0 h 1367841"/>
              <a:gd name="connsiteX2" fmla="*/ 3224197 w 3224197"/>
              <a:gd name="connsiteY2" fmla="*/ 1367841 h 1367841"/>
              <a:gd name="connsiteX3" fmla="*/ 0 w 3224197"/>
              <a:gd name="connsiteY3" fmla="*/ 1367841 h 1367841"/>
              <a:gd name="connsiteX4" fmla="*/ 0 w 3224197"/>
              <a:gd name="connsiteY4" fmla="*/ 0 h 136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4197" h="1367841">
                <a:moveTo>
                  <a:pt x="0" y="0"/>
                </a:moveTo>
                <a:lnTo>
                  <a:pt x="3224197" y="0"/>
                </a:lnTo>
                <a:lnTo>
                  <a:pt x="3224197" y="1367841"/>
                </a:lnTo>
                <a:lnTo>
                  <a:pt x="0" y="136784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l" defTabSz="9779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Very large AI models trained on huge amounts of data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B26DE1-5FD3-0CDD-FA73-1DFDDBBDD6B1}"/>
              </a:ext>
            </a:extLst>
          </p:cNvPr>
          <p:cNvSpPr/>
          <p:nvPr/>
        </p:nvSpPr>
        <p:spPr>
          <a:xfrm>
            <a:off x="6382123" y="2015930"/>
            <a:ext cx="1367841" cy="1367841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 descr="Pencil">
            <a:extLst>
              <a:ext uri="{FF2B5EF4-FFF2-40B4-BE49-F238E27FC236}">
                <a16:creationId xmlns:a16="http://schemas.microsoft.com/office/drawing/2014/main" id="{AEFD9927-83EB-4077-A617-3DE8F3CCE047}"/>
              </a:ext>
            </a:extLst>
          </p:cNvPr>
          <p:cNvSpPr/>
          <p:nvPr/>
        </p:nvSpPr>
        <p:spPr>
          <a:xfrm>
            <a:off x="6669370" y="2303176"/>
            <a:ext cx="793347" cy="793347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030A010-5593-21BC-1B38-5B6A7E42CF13}"/>
              </a:ext>
            </a:extLst>
          </p:cNvPr>
          <p:cNvSpPr/>
          <p:nvPr/>
        </p:nvSpPr>
        <p:spPr>
          <a:xfrm>
            <a:off x="8043073" y="2015930"/>
            <a:ext cx="3224197" cy="1367841"/>
          </a:xfrm>
          <a:custGeom>
            <a:avLst/>
            <a:gdLst>
              <a:gd name="connsiteX0" fmla="*/ 0 w 3224197"/>
              <a:gd name="connsiteY0" fmla="*/ 0 h 1367841"/>
              <a:gd name="connsiteX1" fmla="*/ 3224197 w 3224197"/>
              <a:gd name="connsiteY1" fmla="*/ 0 h 1367841"/>
              <a:gd name="connsiteX2" fmla="*/ 3224197 w 3224197"/>
              <a:gd name="connsiteY2" fmla="*/ 1367841 h 1367841"/>
              <a:gd name="connsiteX3" fmla="*/ 0 w 3224197"/>
              <a:gd name="connsiteY3" fmla="*/ 1367841 h 1367841"/>
              <a:gd name="connsiteX4" fmla="*/ 0 w 3224197"/>
              <a:gd name="connsiteY4" fmla="*/ 0 h 136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4197" h="1367841">
                <a:moveTo>
                  <a:pt x="0" y="0"/>
                </a:moveTo>
                <a:lnTo>
                  <a:pt x="3224197" y="0"/>
                </a:lnTo>
                <a:lnTo>
                  <a:pt x="3224197" y="1367841"/>
                </a:lnTo>
                <a:lnTo>
                  <a:pt x="0" y="136784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l" defTabSz="9779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/>
              <a:t>They learn general patterns instead of one specific task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396493-86FB-B321-A766-64440C911312}"/>
              </a:ext>
            </a:extLst>
          </p:cNvPr>
          <p:cNvSpPr/>
          <p:nvPr/>
        </p:nvSpPr>
        <p:spPr>
          <a:xfrm>
            <a:off x="935184" y="4069079"/>
            <a:ext cx="1367841" cy="1367841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 descr="Hierarchy">
            <a:extLst>
              <a:ext uri="{FF2B5EF4-FFF2-40B4-BE49-F238E27FC236}">
                <a16:creationId xmlns:a16="http://schemas.microsoft.com/office/drawing/2014/main" id="{696AEA63-EEC0-684A-32F7-6202B2E0659B}"/>
              </a:ext>
            </a:extLst>
          </p:cNvPr>
          <p:cNvSpPr/>
          <p:nvPr/>
        </p:nvSpPr>
        <p:spPr>
          <a:xfrm>
            <a:off x="1222431" y="4356326"/>
            <a:ext cx="793347" cy="79334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EE17918-C432-8D73-9175-87956802CF4A}"/>
              </a:ext>
            </a:extLst>
          </p:cNvPr>
          <p:cNvSpPr/>
          <p:nvPr/>
        </p:nvSpPr>
        <p:spPr>
          <a:xfrm>
            <a:off x="2596134" y="4069079"/>
            <a:ext cx="3224197" cy="1367841"/>
          </a:xfrm>
          <a:custGeom>
            <a:avLst/>
            <a:gdLst>
              <a:gd name="connsiteX0" fmla="*/ 0 w 3224197"/>
              <a:gd name="connsiteY0" fmla="*/ 0 h 1367841"/>
              <a:gd name="connsiteX1" fmla="*/ 3224197 w 3224197"/>
              <a:gd name="connsiteY1" fmla="*/ 0 h 1367841"/>
              <a:gd name="connsiteX2" fmla="*/ 3224197 w 3224197"/>
              <a:gd name="connsiteY2" fmla="*/ 1367841 h 1367841"/>
              <a:gd name="connsiteX3" fmla="*/ 0 w 3224197"/>
              <a:gd name="connsiteY3" fmla="*/ 1367841 h 1367841"/>
              <a:gd name="connsiteX4" fmla="*/ 0 w 3224197"/>
              <a:gd name="connsiteY4" fmla="*/ 0 h 136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4197" h="1367841">
                <a:moveTo>
                  <a:pt x="0" y="0"/>
                </a:moveTo>
                <a:lnTo>
                  <a:pt x="3224197" y="0"/>
                </a:lnTo>
                <a:lnTo>
                  <a:pt x="3224197" y="1367841"/>
                </a:lnTo>
                <a:lnTo>
                  <a:pt x="0" y="136784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l" defTabSz="9779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/>
              <a:t>After training, they can be used for many tasks (classification, mapping, predictions)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334F17D-F871-BD07-5658-21B645917CB9}"/>
              </a:ext>
            </a:extLst>
          </p:cNvPr>
          <p:cNvSpPr/>
          <p:nvPr/>
        </p:nvSpPr>
        <p:spPr>
          <a:xfrm>
            <a:off x="6382123" y="4069079"/>
            <a:ext cx="1367841" cy="1367841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 descr="Wireless router">
            <a:extLst>
              <a:ext uri="{FF2B5EF4-FFF2-40B4-BE49-F238E27FC236}">
                <a16:creationId xmlns:a16="http://schemas.microsoft.com/office/drawing/2014/main" id="{07F7923B-543F-AE29-887D-8DA30883673C}"/>
              </a:ext>
            </a:extLst>
          </p:cNvPr>
          <p:cNvSpPr/>
          <p:nvPr/>
        </p:nvSpPr>
        <p:spPr>
          <a:xfrm>
            <a:off x="6669370" y="4356326"/>
            <a:ext cx="793347" cy="793347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80896BB-30A3-16AA-131F-FBAD5F6831DE}"/>
              </a:ext>
            </a:extLst>
          </p:cNvPr>
          <p:cNvSpPr/>
          <p:nvPr/>
        </p:nvSpPr>
        <p:spPr>
          <a:xfrm>
            <a:off x="8043073" y="4069079"/>
            <a:ext cx="3224197" cy="1367841"/>
          </a:xfrm>
          <a:custGeom>
            <a:avLst/>
            <a:gdLst>
              <a:gd name="connsiteX0" fmla="*/ 0 w 3224197"/>
              <a:gd name="connsiteY0" fmla="*/ 0 h 1367841"/>
              <a:gd name="connsiteX1" fmla="*/ 3224197 w 3224197"/>
              <a:gd name="connsiteY1" fmla="*/ 0 h 1367841"/>
              <a:gd name="connsiteX2" fmla="*/ 3224197 w 3224197"/>
              <a:gd name="connsiteY2" fmla="*/ 1367841 h 1367841"/>
              <a:gd name="connsiteX3" fmla="*/ 0 w 3224197"/>
              <a:gd name="connsiteY3" fmla="*/ 1367841 h 1367841"/>
              <a:gd name="connsiteX4" fmla="*/ 0 w 3224197"/>
              <a:gd name="connsiteY4" fmla="*/ 0 h 136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4197" h="1367841">
                <a:moveTo>
                  <a:pt x="0" y="0"/>
                </a:moveTo>
                <a:lnTo>
                  <a:pt x="3224197" y="0"/>
                </a:lnTo>
                <a:lnTo>
                  <a:pt x="3224197" y="1367841"/>
                </a:lnTo>
                <a:lnTo>
                  <a:pt x="0" y="136784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l" defTabSz="9779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/>
              <a:t>Reduce the need for labelled data in remote sensing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28FDC6-4724-5879-EDE1-D3D92BCD75BB}"/>
              </a:ext>
            </a:extLst>
          </p:cNvPr>
          <p:cNvGrpSpPr/>
          <p:nvPr/>
        </p:nvGrpSpPr>
        <p:grpSpPr>
          <a:xfrm>
            <a:off x="126803" y="6428463"/>
            <a:ext cx="11783207" cy="506198"/>
            <a:chOff x="126803" y="6428463"/>
            <a:chExt cx="11783207" cy="506198"/>
          </a:xfrm>
        </p:grpSpPr>
        <p:pic>
          <p:nvPicPr>
            <p:cNvPr id="24" name="Picture 23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70C4643A-836B-D1E1-2F18-6CFBEF360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803" y="6518480"/>
              <a:ext cx="1616762" cy="339520"/>
            </a:xfrm>
            <a:prstGeom prst="rect">
              <a:avLst/>
            </a:prstGeom>
          </p:spPr>
        </p:pic>
        <p:pic>
          <p:nvPicPr>
            <p:cNvPr id="26" name="Picture 25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447F2C22-1C2E-53D6-37A8-D32B32148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9168" y="6441819"/>
              <a:ext cx="1616762" cy="492842"/>
            </a:xfrm>
            <a:prstGeom prst="rect">
              <a:avLst/>
            </a:prstGeom>
          </p:spPr>
        </p:pic>
        <p:pic>
          <p:nvPicPr>
            <p:cNvPr id="28" name="Picture 27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8DC0D6DD-32E6-6B36-F423-4D63FB2E3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49989" y="6511165"/>
              <a:ext cx="758006" cy="354150"/>
            </a:xfrm>
            <a:prstGeom prst="rect">
              <a:avLst/>
            </a:prstGeom>
          </p:spPr>
        </p:pic>
        <p:pic>
          <p:nvPicPr>
            <p:cNvPr id="30" name="Picture 29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C3C78000-DC8B-C8C2-7E0C-232400F4D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2004" y="6428463"/>
              <a:ext cx="758006" cy="429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078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2" grpId="0" animBg="1"/>
      <p:bldP spid="16" grpId="0"/>
      <p:bldP spid="18" grpId="0" animBg="1"/>
      <p:bldP spid="19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E96E6-A7F0-E838-C6F1-077E02E7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4" y="599291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What are Embeddings</a:t>
            </a:r>
          </a:p>
        </p:txBody>
      </p:sp>
      <p:pic>
        <p:nvPicPr>
          <p:cNvPr id="6" name="Picture 5" descr="A diagram of a wedding model&#10;&#10;AI-generated content may be incorrect.">
            <a:extLst>
              <a:ext uri="{FF2B5EF4-FFF2-40B4-BE49-F238E27FC236}">
                <a16:creationId xmlns:a16="http://schemas.microsoft.com/office/drawing/2014/main" id="{45FD1BA9-297F-5FEB-06F6-833B1A1EC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18" y="1969000"/>
            <a:ext cx="7987256" cy="3654169"/>
          </a:xfrm>
          <a:prstGeom prst="rect">
            <a:avLst/>
          </a:prstGeom>
        </p:spPr>
      </p:pic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90CE4026-6CAB-FA34-5DE6-259635514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203649"/>
              </p:ext>
            </p:extLst>
          </p:nvPr>
        </p:nvGraphicFramePr>
        <p:xfrm>
          <a:off x="6872748" y="1184506"/>
          <a:ext cx="4951469" cy="4488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9B622B8-3D3C-BC8B-06F9-1461F3C2D71A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16" name="Picture 15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D6B42A7A-4B8B-9928-6DE2-C4D6DF2A0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17" name="Picture 16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80DC32D7-B8C8-7B3B-ADDE-D9E4E3F83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19" name="Picture 18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763939A1-8569-C162-D8B8-AEE8D620F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21" name="Picture 20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E0D9637C-66FF-8399-F29A-57808AA73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97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A8F77-046B-C481-1022-ECA1E09D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Remote Sensing Foundation Models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1992C9-FB9C-E455-8B9B-2E7712584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889223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6836182-9287-057F-B870-5FD05230ECF5}"/>
              </a:ext>
            </a:extLst>
          </p:cNvPr>
          <p:cNvSpPr txBox="1"/>
          <p:nvPr/>
        </p:nvSpPr>
        <p:spPr>
          <a:xfrm>
            <a:off x="1649767" y="2312771"/>
            <a:ext cx="6617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Large AI models trained on massive geospatial datasets to learn general, transferable representations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C09F4D-1236-9346-E4EA-815E36DFC5B3}"/>
              </a:ext>
            </a:extLst>
          </p:cNvPr>
          <p:cNvSpPr txBox="1"/>
          <p:nvPr/>
        </p:nvSpPr>
        <p:spPr>
          <a:xfrm>
            <a:off x="5239610" y="5803312"/>
            <a:ext cx="6312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linkClick r:id="rId7"/>
              </a:rPr>
              <a:t>https://github.com/Jack-bo1220/Awesome-Remote-Sensing-Foundation-Models</a:t>
            </a:r>
            <a:r>
              <a:rPr lang="en-US" sz="1600" b="1" dirty="0"/>
              <a:t> _learn more on RSFMs here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AA52762-1825-D3B3-A3B3-AF414A3734E0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8" name="Picture 7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EF5AF1E8-B175-F600-0E0D-54F00A755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10" name="Picture 9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9B93EA4F-13A4-4612-3C45-EFA9C10E7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12" name="Picture 11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AD077398-D950-BF2A-AA2D-061E866D6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3" name="Picture 12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ACAC3643-04A4-6160-8558-10BA885AC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3349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5A59B-2B9D-5BE6-837F-E2425670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35365"/>
            <a:ext cx="5358392" cy="129847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SatCLIP Foundation Model</a:t>
            </a:r>
          </a:p>
        </p:txBody>
      </p:sp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2382D721-9119-84F8-615F-A76133238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4" y="519530"/>
            <a:ext cx="11035384" cy="372782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47A163-55F7-94F9-5068-12D95185C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923" y="4766882"/>
            <a:ext cx="6414372" cy="1951525"/>
          </a:xfrm>
        </p:spPr>
        <p:txBody>
          <a:bodyPr anchor="t">
            <a:normAutofit fontScale="85000" lnSpcReduction="10000"/>
          </a:bodyPr>
          <a:lstStyle/>
          <a:p>
            <a:r>
              <a:rPr lang="en-US" dirty="0"/>
              <a:t>Designed specifically for satellite imagery and location data.</a:t>
            </a:r>
          </a:p>
          <a:p>
            <a:r>
              <a:rPr lang="en-US" dirty="0"/>
              <a:t>It learns global environmental patterns (vegetation, climate, land cover, dryness, elevation) from massive Sentinel-2 and climate datasets.</a:t>
            </a:r>
          </a:p>
          <a:p>
            <a:r>
              <a:rPr lang="en-US" dirty="0"/>
              <a:t>It produces image embeddings and location embeddings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3EBDC4-E3FF-AD5E-5399-6EBD6B8B1F82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11" name="Picture 10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255267F9-FCF3-B4AC-98DC-7671598AB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12" name="Picture 11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17D504C1-3B86-6CD5-1804-4A8208762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13" name="Picture 12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D3AFD38D-1382-DF83-EF85-A5A394B71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5" name="Picture 14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1C222EA7-4F55-B550-6F4F-549DE14DE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888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989FE-7A9A-5C0B-84A6-C7559FE20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SatCLIP Foundation Model-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16A2E-F661-99E4-50DC-A847173C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ResNet-18</a:t>
            </a:r>
          </a:p>
          <a:p>
            <a:pPr>
              <a:lnSpc>
                <a:spcPct val="110000"/>
              </a:lnSpc>
            </a:pPr>
            <a:r>
              <a:rPr lang="en-US" dirty="0"/>
              <a:t>ResNte-50</a:t>
            </a:r>
          </a:p>
          <a:p>
            <a:pPr>
              <a:lnSpc>
                <a:spcPct val="110000"/>
              </a:lnSpc>
            </a:pPr>
            <a:r>
              <a:rPr lang="en-US" dirty="0"/>
              <a:t>ViT-16 (Vision Transformer)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For mor eon how </a:t>
            </a:r>
            <a:r>
              <a:rPr lang="en-US" dirty="0" err="1"/>
              <a:t>SatCLIp</a:t>
            </a:r>
            <a:r>
              <a:rPr lang="en-US" dirty="0"/>
              <a:t> is build: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   1. </a:t>
            </a:r>
            <a:r>
              <a:rPr lang="en-US" dirty="0" err="1"/>
              <a:t>Github</a:t>
            </a:r>
            <a:r>
              <a:rPr lang="en-US" dirty="0"/>
              <a:t> repo- </a:t>
            </a:r>
            <a:r>
              <a:rPr lang="en-US" dirty="0">
                <a:hlinkClick r:id="rId2"/>
              </a:rPr>
              <a:t>https://github.com/microsoft/satclip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   2. Published paper- </a:t>
            </a:r>
            <a:r>
              <a:rPr lang="en-US" dirty="0">
                <a:hlinkClick r:id="rId3"/>
              </a:rPr>
              <a:t>https://arxiv.org/abs/2311.17179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  <p:pic>
        <p:nvPicPr>
          <p:cNvPr id="5" name="Picture 4" descr="A group of globes with different colored continents&#10;&#10;AI-generated content may be incorrect.">
            <a:extLst>
              <a:ext uri="{FF2B5EF4-FFF2-40B4-BE49-F238E27FC236}">
                <a16:creationId xmlns:a16="http://schemas.microsoft.com/office/drawing/2014/main" id="{6CDCDB08-81FF-F384-44CE-8DD68F29B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" r="8921" b="-2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449399D-6714-AD3E-0E22-3FB50C83258C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7" name="Picture 6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85BF5770-9D14-77B0-4A06-A28B8E3AA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8" name="Picture 7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72A7A8D7-BBAE-9E01-AF37-9B3F7B690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9" name="Picture 8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53EE7A4F-2E88-69A8-E458-88100DA5D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1" name="Picture 10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D5EB7651-6CA7-5465-D791-E9561E21A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3012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CC8A2-0E83-EB51-D957-5E408313D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Study Background :IPC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77D3-1D53-3612-F8CF-ADF182465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234" y="2480836"/>
            <a:ext cx="5190450" cy="3556167"/>
          </a:xfrm>
        </p:spPr>
        <p:txBody>
          <a:bodyPr>
            <a:normAutofit/>
          </a:bodyPr>
          <a:lstStyle/>
          <a:p>
            <a:r>
              <a:rPr lang="en-US" dirty="0"/>
              <a:t>The Integrated Food Security Phase Classification (IPC) is a global system used to measure and compare food insecurity levels in a standardized way.</a:t>
            </a:r>
          </a:p>
          <a:p>
            <a:r>
              <a:rPr lang="en-US" dirty="0"/>
              <a:t>A common scale from Phase 1 (Minimal) to Phase 5 (Famine).</a:t>
            </a:r>
          </a:p>
          <a:p>
            <a:r>
              <a:rPr lang="en-US" dirty="0"/>
              <a:t>Use IPC data from Kenya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map of kenya with different colored areas&#10;&#10;AI-generated content may be incorrect.">
            <a:extLst>
              <a:ext uri="{FF2B5EF4-FFF2-40B4-BE49-F238E27FC236}">
                <a16:creationId xmlns:a16="http://schemas.microsoft.com/office/drawing/2014/main" id="{B28656F0-599D-317D-02B6-E47390E6C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861" y="835741"/>
            <a:ext cx="5415451" cy="53535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2CCE64-CCFE-EAF3-F295-808B02A05511}"/>
              </a:ext>
            </a:extLst>
          </p:cNvPr>
          <p:cNvSpPr txBox="1"/>
          <p:nvPr/>
        </p:nvSpPr>
        <p:spPr>
          <a:xfrm>
            <a:off x="10064216" y="5034116"/>
            <a:ext cx="1828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Image source: IPC Kenya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B5171F5-385E-5CC7-FFEB-174FE10D5E07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13" name="Picture 12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7FB99951-0F56-15D0-725A-4EC7ABA59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14" name="Picture 13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0C21B00F-4B0F-820E-B514-C41D1B081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15" name="Picture 14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00BC42E9-9988-2C0D-5913-A0A3E2180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6" name="Picture 15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4ACF7D95-4089-E6AC-B71C-2DED14BC9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3616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25FC-B25D-A4AE-B0A8-20B08F20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399B3-01BF-F7CC-47FA-C762C4A90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356104"/>
            <a:ext cx="10890929" cy="4066032"/>
          </a:xfrm>
        </p:spPr>
        <p:txBody>
          <a:bodyPr/>
          <a:lstStyle/>
          <a:p>
            <a:r>
              <a:rPr lang="en-US" dirty="0"/>
              <a:t>To use </a:t>
            </a:r>
            <a:r>
              <a:rPr lang="en-US" dirty="0" err="1"/>
              <a:t>SatCLIP</a:t>
            </a:r>
            <a:r>
              <a:rPr lang="en-US" dirty="0"/>
              <a:t> embeddings to represent environmental conditions across Kenyan counties.</a:t>
            </a:r>
          </a:p>
          <a:p>
            <a:r>
              <a:rPr lang="en-US" dirty="0"/>
              <a:t>To examine whether these embeddings can help classify areas in Crisis (IPC ≥ 3) using logistic regression and map crisis probability across the country </a:t>
            </a:r>
          </a:p>
          <a:p>
            <a:r>
              <a:rPr lang="en-US" dirty="0"/>
              <a:t>Create a continuous severity measure by weighting all IPC phases (1–5) and mapping overall severity across Kenya using </a:t>
            </a:r>
            <a:r>
              <a:rPr lang="en-US" dirty="0" err="1"/>
              <a:t>satclip</a:t>
            </a:r>
            <a:r>
              <a:rPr lang="en-US" dirty="0"/>
              <a:t> embeddings and regression models</a:t>
            </a:r>
          </a:p>
          <a:p>
            <a:r>
              <a:rPr lang="en-US" dirty="0"/>
              <a:t>Estimate and map the proportion of the population living in Crisis, Emergency, or Famine (Phases 3–5) using embeddings and random forest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0AF34D-4456-5C93-5E50-480706CF6EC8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6" name="Picture 5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41E2826C-2B06-6C1D-1D3A-335BA4BAE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7" name="Picture 6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F829ED3D-EB34-FC78-226C-6BDC8054C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8" name="Picture 7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83925B63-5211-4386-94A9-0CF6E21A6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0" name="Picture 9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D37A44C1-23F9-C188-9F93-4BA5419A1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379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9DCD7C3C-2013-42E8-DE57-BE104C7A4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1233"/>
            <a:ext cx="12192000" cy="559117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095403C-25D0-7D72-9C4B-892F6DAFF673}"/>
              </a:ext>
            </a:extLst>
          </p:cNvPr>
          <p:cNvSpPr txBox="1">
            <a:spLocks/>
          </p:cNvSpPr>
          <p:nvPr/>
        </p:nvSpPr>
        <p:spPr>
          <a:xfrm>
            <a:off x="1043201" y="84773"/>
            <a:ext cx="10890929" cy="10972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Methodology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F43459-E53D-F4C3-B3C5-AAC88AEAB6F8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6" name="Picture 5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B1340A44-19B7-A117-C049-CBD2B061D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7" name="Picture 6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636EFF6C-94F9-0607-40C7-A6708AAC1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8" name="Picture 7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CDB7B913-97BC-E837-C0E8-D1082DA80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9" name="Picture 8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AA6EFAFB-0182-D15F-DC93-635F30361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8935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78CB-9E53-F9D9-C37E-ACBA0E72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27" y="820366"/>
            <a:ext cx="10890929" cy="69537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Results: Centroids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27392-1DA5-A452-EEE9-3F7ABD38E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562805"/>
            <a:ext cx="5212080" cy="37285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Centroids</a:t>
            </a:r>
          </a:p>
        </p:txBody>
      </p:sp>
      <p:pic>
        <p:nvPicPr>
          <p:cNvPr id="10" name="Content Placeholder 9" descr="A map of kenya with different colored areas&#10;&#10;AI-generated content may be incorrect.">
            <a:extLst>
              <a:ext uri="{FF2B5EF4-FFF2-40B4-BE49-F238E27FC236}">
                <a16:creationId xmlns:a16="http://schemas.microsoft.com/office/drawing/2014/main" id="{7EA7F2F9-A2D5-B235-C6AE-77DA951DB7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077" y="1935660"/>
            <a:ext cx="4467058" cy="441597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A888A-57FD-58D4-BA89-A4EB1EEAA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9842" y="1632142"/>
            <a:ext cx="5212080" cy="30351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IPC </a:t>
            </a:r>
            <a:r>
              <a:rPr lang="en-US" dirty="0" err="1"/>
              <a:t>KENya</a:t>
            </a:r>
            <a:r>
              <a:rPr lang="en-US" dirty="0"/>
              <a:t> map</a:t>
            </a:r>
          </a:p>
        </p:txBody>
      </p:sp>
      <p:pic>
        <p:nvPicPr>
          <p:cNvPr id="8" name="Content Placeholder 7" descr="A map of africa with orange dots&#10;&#10;AI-generated content may be incorrect.">
            <a:extLst>
              <a:ext uri="{FF2B5EF4-FFF2-40B4-BE49-F238E27FC236}">
                <a16:creationId xmlns:a16="http://schemas.microsoft.com/office/drawing/2014/main" id="{0F78EB71-2CE6-D733-C471-1ED1BD1D27E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68" y="1935659"/>
            <a:ext cx="5441057" cy="4349936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C0B6565-C7B3-6489-3F16-878521492D96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12" name="Picture 11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A0B6C3BB-A7F5-2E06-5FE8-FDEA56285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13" name="Picture 12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06CCB65E-CAB1-4928-CA5C-56D04478E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14" name="Picture 13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449CF670-EA5A-5A76-596E-4AD294CC4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5" name="Picture 14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AD6A20A0-D708-2FB5-C861-CFE3980DC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9273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4E178-AF38-ECCC-286E-88C37D8D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084" y="1031001"/>
            <a:ext cx="3469116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Cosine Similarity </a:t>
            </a:r>
            <a:r>
              <a:rPr lang="en-US" sz="5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HeatMap</a:t>
            </a: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colorful chart with numbers&#10;&#10;AI-generated content may be incorrect.">
            <a:extLst>
              <a:ext uri="{FF2B5EF4-FFF2-40B4-BE49-F238E27FC236}">
                <a16:creationId xmlns:a16="http://schemas.microsoft.com/office/drawing/2014/main" id="{AD55DBDC-4A2F-EC01-37BB-2C4E89D6B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3" r="4231" b="-2"/>
          <a:stretch>
            <a:fillRect/>
          </a:stretch>
        </p:blipFill>
        <p:spPr>
          <a:xfrm>
            <a:off x="606396" y="0"/>
            <a:ext cx="6931132" cy="685799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DEAE7B70-6D76-C54A-C50F-3779AEEE8DB5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6" name="Picture 5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401E734E-630E-BDDB-B494-D32616D0E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7" name="Picture 6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7939B3AD-6E5F-384D-176D-7524D301D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8" name="Picture 7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2B0962DB-1389-927B-E692-209F8397C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0" name="Picture 9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9FCAD068-7122-C771-10AC-800CFAB57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0828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AE1D3-2972-9743-A828-AC00FFD0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2A923-DF5F-B179-B719-D94DCA1B0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27" y="820366"/>
            <a:ext cx="10890929" cy="69537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Results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E7655-1EA1-45FC-E705-931290977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3058" y="1562805"/>
            <a:ext cx="4859102" cy="37285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Crisis Probability map</a:t>
            </a:r>
          </a:p>
        </p:txBody>
      </p:sp>
      <p:pic>
        <p:nvPicPr>
          <p:cNvPr id="10" name="Content Placeholder 9" descr="A map of kenya with different colored areas&#10;&#10;AI-generated content may be incorrect.">
            <a:extLst>
              <a:ext uri="{FF2B5EF4-FFF2-40B4-BE49-F238E27FC236}">
                <a16:creationId xmlns:a16="http://schemas.microsoft.com/office/drawing/2014/main" id="{65B8A826-0CE4-3F53-399F-E03CD11CF8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077" y="1935660"/>
            <a:ext cx="4467058" cy="441597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42381-D862-BF44-4869-7A074C258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9842" y="1632142"/>
            <a:ext cx="5212080" cy="30351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IPC </a:t>
            </a:r>
            <a:r>
              <a:rPr lang="en-US" dirty="0" err="1"/>
              <a:t>KENya</a:t>
            </a:r>
            <a:r>
              <a:rPr lang="en-US" dirty="0"/>
              <a:t> map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0125D9-7EE0-F6B1-C4A1-63C8C2E91CE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427" y="1935659"/>
            <a:ext cx="4611931" cy="464212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C3FE36-D934-8F37-BBB3-27B35CB6DA91}"/>
              </a:ext>
            </a:extLst>
          </p:cNvPr>
          <p:cNvSpPr txBox="1"/>
          <p:nvPr/>
        </p:nvSpPr>
        <p:spPr>
          <a:xfrm>
            <a:off x="5016909" y="5562118"/>
            <a:ext cx="230441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Phase 1- Minimal</a:t>
            </a:r>
          </a:p>
          <a:p>
            <a:r>
              <a:rPr lang="en-US" sz="1100" dirty="0"/>
              <a:t>Phase 2- Stressed</a:t>
            </a:r>
          </a:p>
          <a:p>
            <a:r>
              <a:rPr lang="en-US" sz="1100" dirty="0"/>
              <a:t>Phase 3-Crisis</a:t>
            </a:r>
          </a:p>
          <a:p>
            <a:r>
              <a:rPr lang="en-US" sz="1100" dirty="0"/>
              <a:t>Phase 4- Emergency</a:t>
            </a:r>
          </a:p>
          <a:p>
            <a:r>
              <a:rPr lang="en-US" sz="1100" dirty="0"/>
              <a:t>Phase 5- Famine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6C16AE-2670-9784-BB13-B97753D71BD0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7" name="Picture 6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386C723C-902D-FBE8-D952-E25C906A7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9" name="Picture 8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73149AD8-2CA2-B8F0-2A3A-0A84252AC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11" name="Picture 10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34715D9E-6949-6632-091E-EB88F3563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2" name="Picture 11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C99CE01E-EB5E-D7D6-4889-B475311E5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0193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0223-A666-1489-84EA-4B7FDA94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2" y="1139874"/>
            <a:ext cx="10890929" cy="484631"/>
          </a:xfrm>
        </p:spPr>
        <p:txBody>
          <a:bodyPr>
            <a:normAutofit fontScale="90000"/>
          </a:bodyPr>
          <a:lstStyle/>
          <a:p>
            <a:r>
              <a:rPr lang="en-US" dirty="0"/>
              <a:t>Models Performance Metrics: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8ACA2-FF4D-5E58-FCC7-063188442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8584" y="2334049"/>
            <a:ext cx="4673007" cy="377045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Used 23 labelled datasets for binary classification (Crisis vs not Crisis)</a:t>
            </a:r>
          </a:p>
          <a:p>
            <a:r>
              <a:rPr lang="en-US" dirty="0"/>
              <a:t>The model achieved 91% LOOCV accuracy, meaning it predicted most areas correctly.</a:t>
            </a:r>
          </a:p>
          <a:p>
            <a:r>
              <a:rPr lang="en-US" dirty="0"/>
              <a:t>The non-crisis class was learnt very well (20/20 correct).</a:t>
            </a:r>
          </a:p>
          <a:p>
            <a:r>
              <a:rPr lang="en-US" dirty="0"/>
              <a:t>The model struggled with the Crisis+ class (Phase ≥ 3) due to only 3 samples, resulting in a lower F1 score.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043553-B7F1-CABC-7EDD-2A47C1589838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5" name="Picture 4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FA76C0D1-A7E5-D1CF-C848-57CE4E261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6" name="Picture 5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C42BE8D6-25B0-CA49-2644-2B79A0E10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7" name="Picture 6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417B0FB3-B40B-9284-FDAB-5F2EAD607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8" name="Picture 7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937B2823-4007-2002-993C-871B3855A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68C3C8-D20A-6ED8-903E-61B2C46C2A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19" y="2045338"/>
            <a:ext cx="6234927" cy="392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7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B5C1-DBAA-CE4A-C823-EB714A0E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5B944-C144-E7D8-2743-672F14F6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27" y="820366"/>
            <a:ext cx="10890929" cy="69537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Results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12893-5A9D-2496-4105-69E6D7C63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3058" y="1562805"/>
            <a:ext cx="4859102" cy="37285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IPC Severity classes</a:t>
            </a:r>
          </a:p>
        </p:txBody>
      </p:sp>
      <p:pic>
        <p:nvPicPr>
          <p:cNvPr id="10" name="Content Placeholder 9" descr="A map of kenya with different colored areas&#10;&#10;AI-generated content may be incorrect.">
            <a:extLst>
              <a:ext uri="{FF2B5EF4-FFF2-40B4-BE49-F238E27FC236}">
                <a16:creationId xmlns:a16="http://schemas.microsoft.com/office/drawing/2014/main" id="{BC95629D-1671-E988-7280-6F686A7343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077" y="1935660"/>
            <a:ext cx="4467058" cy="441597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E874C9-B4F0-F568-3415-991FDC14C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9842" y="1632142"/>
            <a:ext cx="5212080" cy="30351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IPC </a:t>
            </a:r>
            <a:r>
              <a:rPr lang="en-US" dirty="0" err="1"/>
              <a:t>KENya</a:t>
            </a:r>
            <a:r>
              <a:rPr lang="en-US" dirty="0"/>
              <a:t> map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A2B04E-2D6C-6ABB-90E9-C248A0D4D2E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427" y="1935659"/>
            <a:ext cx="4611931" cy="464212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AC51B0-0F41-EE92-5335-957A68E6D1DD}"/>
              </a:ext>
            </a:extLst>
          </p:cNvPr>
          <p:cNvSpPr txBox="1"/>
          <p:nvPr/>
        </p:nvSpPr>
        <p:spPr>
          <a:xfrm>
            <a:off x="5016909" y="5562118"/>
            <a:ext cx="230441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Phase 1- Minimal</a:t>
            </a:r>
          </a:p>
          <a:p>
            <a:r>
              <a:rPr lang="en-US" sz="1100" dirty="0"/>
              <a:t>Phase 2- Stressed</a:t>
            </a:r>
          </a:p>
          <a:p>
            <a:r>
              <a:rPr lang="en-US" sz="1100" dirty="0"/>
              <a:t>Phase 3-Crisis</a:t>
            </a:r>
          </a:p>
          <a:p>
            <a:r>
              <a:rPr lang="en-US" sz="1100" dirty="0"/>
              <a:t>Phase 4- Emergency</a:t>
            </a:r>
          </a:p>
          <a:p>
            <a:r>
              <a:rPr lang="en-US" sz="1100" dirty="0"/>
              <a:t>Phase 5- Famine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1A61DE-7935-37D9-5E6C-6D4D32F479FE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7" name="Picture 6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9988669C-3770-B344-3A30-735F42C7F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9" name="Picture 8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1A939F2F-7B8F-14A1-7320-ACBB1F71B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11" name="Picture 10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3368B6F7-9EFB-4867-982A-3844CE86E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2" name="Picture 11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D480B8B6-3EF2-5454-4BE5-A9941DFF5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9870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7F7C-6A62-8A49-159E-9C6E020BB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EC62-0751-C0FD-F9F9-E04D74E4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2" y="1139874"/>
            <a:ext cx="10890929" cy="484631"/>
          </a:xfrm>
        </p:spPr>
        <p:txBody>
          <a:bodyPr>
            <a:normAutofit fontScale="90000"/>
          </a:bodyPr>
          <a:lstStyle/>
          <a:p>
            <a:r>
              <a:rPr lang="en-US" dirty="0"/>
              <a:t>Models Performance Metrics: 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0BE7B-503D-912F-1E14-0835C9A1E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9213" y="2743546"/>
            <a:ext cx="6336792" cy="2715768"/>
          </a:xfrm>
        </p:spPr>
        <p:txBody>
          <a:bodyPr>
            <a:normAutofit/>
          </a:bodyPr>
          <a:lstStyle/>
          <a:p>
            <a:r>
              <a:rPr lang="en-US" dirty="0"/>
              <a:t>Ridge Regression gave a high RMSE (~0.46) and a negative R², showing poor performance.</a:t>
            </a:r>
          </a:p>
          <a:p>
            <a:r>
              <a:rPr lang="en-US" dirty="0"/>
              <a:t>This means the model did not fit the severity index well.</a:t>
            </a:r>
          </a:p>
          <a:p>
            <a:r>
              <a:rPr lang="en-US" dirty="0"/>
              <a:t>Because of this, I moved to a Random Forest model, which handles complex relationships better.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017C03-9AAC-86B3-4D3F-A4AC214B8316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5" name="Picture 4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958B792E-1030-DE61-680E-23995B874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6" name="Picture 5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8CFCD640-BD37-B36F-E0C6-01294275D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7" name="Picture 6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41EC6A54-E324-1579-D24E-C32DC959C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8" name="Picture 7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3A7EF60B-CCC7-3238-29AE-05BCD91E5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1A301E-48A4-81BB-F7C0-11D92EEEAB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90" y="2978919"/>
            <a:ext cx="5015643" cy="189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C9D8-8342-7E54-A0DF-4C953C544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B0-4D05-4D6C-80AE-19E7615B7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161840"/>
            <a:ext cx="10890929" cy="484631"/>
          </a:xfrm>
        </p:spPr>
        <p:txBody>
          <a:bodyPr>
            <a:normAutofit fontScale="90000"/>
          </a:bodyPr>
          <a:lstStyle/>
          <a:p>
            <a:r>
              <a:rPr lang="en-US" dirty="0"/>
              <a:t>Models Performance Metrics: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07D27-0DA1-C634-B6B3-99AF96977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845" y="2677885"/>
            <a:ext cx="5852160" cy="285473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Random Forest performed better than Ridge Regression, with a lower RMSE (~0.26).</a:t>
            </a:r>
          </a:p>
          <a:p>
            <a:r>
              <a:rPr lang="en-US" dirty="0"/>
              <a:t>the R² was close to zero, meaning the model still struggled to explain the severity index.</a:t>
            </a:r>
          </a:p>
          <a:p>
            <a:r>
              <a:rPr lang="en-US" dirty="0"/>
              <a:t>Results improved, but not enough for strong predictive performance.</a:t>
            </a:r>
          </a:p>
          <a:p>
            <a:r>
              <a:rPr lang="en-US" dirty="0"/>
              <a:t>Model performance could maybe be improved by incorporating socio-economic and demographics data with </a:t>
            </a:r>
            <a:r>
              <a:rPr lang="en-US" dirty="0" err="1"/>
              <a:t>eembeddinsg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2514AE-AC21-525C-1E38-0AF764FC91A2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5" name="Picture 4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E5193109-9162-CE6E-F6D9-266EB3D28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6" name="Picture 5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C564982C-02A8-A1CE-ABAA-E9294F720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7" name="Picture 6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DE72B3B3-28EA-BD4B-F963-9822ADC38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8" name="Picture 7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B22952B5-780B-C70D-2E7A-4E7BE1350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0C62086-140F-930C-B028-07D21D0796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0535" y="2677885"/>
            <a:ext cx="4853581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60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3BBB-ECBA-38E3-6AD9-602EAE4C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E4D0-69D7-ADB9-E0B4-F2890E48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27" y="820366"/>
            <a:ext cx="10890929" cy="69537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Results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ED84-FF65-F6BD-8770-C7F366A7A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3058" y="1562805"/>
            <a:ext cx="4859102" cy="37285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Population share (phase 3+)</a:t>
            </a:r>
          </a:p>
        </p:txBody>
      </p:sp>
      <p:pic>
        <p:nvPicPr>
          <p:cNvPr id="10" name="Content Placeholder 9" descr="A map of kenya with different colored areas&#10;&#10;AI-generated content may be incorrect.">
            <a:extLst>
              <a:ext uri="{FF2B5EF4-FFF2-40B4-BE49-F238E27FC236}">
                <a16:creationId xmlns:a16="http://schemas.microsoft.com/office/drawing/2014/main" id="{6D9AED49-1594-A7BA-2028-8D1683E779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077" y="1935660"/>
            <a:ext cx="4467058" cy="441597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C7ACF8-E895-2D7A-DDC1-5F27D5F9F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9842" y="1632142"/>
            <a:ext cx="5212080" cy="30351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IPC </a:t>
            </a:r>
            <a:r>
              <a:rPr lang="en-US" dirty="0" err="1"/>
              <a:t>KENya</a:t>
            </a:r>
            <a:r>
              <a:rPr lang="en-US" dirty="0"/>
              <a:t> map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995902-7931-1285-CD61-999654CEB65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427" y="1935659"/>
            <a:ext cx="4611931" cy="464212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FC8B72-C8E1-3329-484E-B89C30A7E3A6}"/>
              </a:ext>
            </a:extLst>
          </p:cNvPr>
          <p:cNvSpPr txBox="1"/>
          <p:nvPr/>
        </p:nvSpPr>
        <p:spPr>
          <a:xfrm>
            <a:off x="5016909" y="5562118"/>
            <a:ext cx="230441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Phase 1- Minimal</a:t>
            </a:r>
          </a:p>
          <a:p>
            <a:r>
              <a:rPr lang="en-US" sz="1100" dirty="0"/>
              <a:t>Phase 2- Stressed</a:t>
            </a:r>
          </a:p>
          <a:p>
            <a:r>
              <a:rPr lang="en-US" sz="1100" dirty="0"/>
              <a:t>Phase 3-Crisis</a:t>
            </a:r>
          </a:p>
          <a:p>
            <a:r>
              <a:rPr lang="en-US" sz="1100" dirty="0"/>
              <a:t>Phase 4- Emergency</a:t>
            </a:r>
          </a:p>
          <a:p>
            <a:r>
              <a:rPr lang="en-US" sz="1100" dirty="0"/>
              <a:t>Phase 5- Famine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B87335-AA7D-D5E2-C766-831EBA5EF869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7" name="Picture 6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FCCAA24D-1A0A-158B-CC92-E8BD633CD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9" name="Picture 8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48853377-E5DB-D437-DBCE-CE5EB842A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11" name="Picture 10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9685405D-BFC0-9681-3924-10AE67BFA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2" name="Picture 11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3B6520BE-B94D-95DA-5B59-97C701A7A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7205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C0D88-9171-CC37-7125-4436E74F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DA32-395A-4F8F-EE53-536A42683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161840"/>
            <a:ext cx="10890929" cy="484631"/>
          </a:xfrm>
        </p:spPr>
        <p:txBody>
          <a:bodyPr>
            <a:normAutofit fontScale="90000"/>
          </a:bodyPr>
          <a:lstStyle/>
          <a:p>
            <a:r>
              <a:rPr lang="en-US" dirty="0"/>
              <a:t>Models Performance Metrics: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243B4-7D66-0A2C-A60B-21F1DF4A1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845" y="2677885"/>
            <a:ext cx="5852160" cy="285473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model achieved a very low RMSE (~0.067), meaning the predictions were quite close to the true crisis-share values.</a:t>
            </a:r>
          </a:p>
          <a:p>
            <a:r>
              <a:rPr lang="en-US" dirty="0"/>
              <a:t>R² was slightly positive (~0.08), showing the model captured some real pattern, but still not very strong.</a:t>
            </a:r>
          </a:p>
          <a:p>
            <a:r>
              <a:rPr lang="en-US" dirty="0"/>
              <a:t>Random Forest performed better on crisis share than on the severity index.</a:t>
            </a:r>
          </a:p>
          <a:p>
            <a:r>
              <a:rPr lang="en-US" dirty="0"/>
              <a:t>This suggests crisis share is easier to model from </a:t>
            </a:r>
            <a:r>
              <a:rPr lang="en-US" dirty="0" err="1"/>
              <a:t>SatCLIP</a:t>
            </a:r>
            <a:r>
              <a:rPr lang="en-US" dirty="0"/>
              <a:t> embeddings compared to full severity.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36ABD7-CBDE-17E5-C863-2D6F71B37482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5" name="Picture 4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EF7DB9D7-FA62-93B8-14C7-FCB4164FF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6" name="Picture 5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CD03FD9C-1801-BB94-8D06-5A623F390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7" name="Picture 6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3F338088-5F3D-AF6D-AA41-C3D3EA4DD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8" name="Picture 7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906F5DC9-5DCF-DA2A-2C8F-5DA47DB91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22C3797-884C-29E6-9280-024D615303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9095" y="3126571"/>
            <a:ext cx="5052793" cy="139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935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8F878-F7B4-6A8B-0CF0-0F240315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Limitations</a:t>
            </a:r>
          </a:p>
        </p:txBody>
      </p:sp>
      <p:pic>
        <p:nvPicPr>
          <p:cNvPr id="6" name="Picture 5" descr="Flat lay top view of robot deviating from group">
            <a:extLst>
              <a:ext uri="{FF2B5EF4-FFF2-40B4-BE49-F238E27FC236}">
                <a16:creationId xmlns:a16="http://schemas.microsoft.com/office/drawing/2014/main" id="{14009F5F-2C2E-9EB9-0CEA-517341DC42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79" r="14785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D85C296-AE1D-78B0-54BE-1D896F65D8FB}"/>
              </a:ext>
            </a:extLst>
          </p:cNvPr>
          <p:cNvSpPr txBox="1"/>
          <p:nvPr/>
        </p:nvSpPr>
        <p:spPr>
          <a:xfrm>
            <a:off x="5496821" y="2633236"/>
            <a:ext cx="6034187" cy="3664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SatCLIP </a:t>
            </a:r>
            <a:r>
              <a:rPr lang="en-US" dirty="0"/>
              <a:t>provides environment-only features which are not enough to explain complex IPC outcomes.  Need to integrate with demographic, socio-economic data among others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Very small labelled dataset (23 areas) which limits model learning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176915-4A9E-5435-CD00-A72A9AD8A51D}"/>
              </a:ext>
            </a:extLst>
          </p:cNvPr>
          <p:cNvGrpSpPr/>
          <p:nvPr/>
        </p:nvGrpSpPr>
        <p:grpSpPr>
          <a:xfrm>
            <a:off x="175618" y="6536023"/>
            <a:ext cx="11700387" cy="386377"/>
            <a:chOff x="0" y="6548284"/>
            <a:chExt cx="11700387" cy="386377"/>
          </a:xfrm>
        </p:grpSpPr>
        <p:pic>
          <p:nvPicPr>
            <p:cNvPr id="10" name="Picture 9" descr="A logo with blue letters&#10;&#10;AI-generated content may be incorrect.">
              <a:extLst>
                <a:ext uri="{FF2B5EF4-FFF2-40B4-BE49-F238E27FC236}">
                  <a16:creationId xmlns:a16="http://schemas.microsoft.com/office/drawing/2014/main" id="{47D4A942-E8F2-B8A2-02DC-D12805AB8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3848" y="6562492"/>
              <a:ext cx="556539" cy="298763"/>
            </a:xfrm>
            <a:prstGeom prst="rect">
              <a:avLst/>
            </a:prstGeom>
          </p:spPr>
        </p:pic>
        <p:pic>
          <p:nvPicPr>
            <p:cNvPr id="12" name="Picture 11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0F88895C-A24F-1B08-0597-1253BC3B2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595081"/>
              <a:ext cx="1337971" cy="266176"/>
            </a:xfrm>
            <a:prstGeom prst="rect">
              <a:avLst/>
            </a:prstGeom>
          </p:spPr>
        </p:pic>
        <p:pic>
          <p:nvPicPr>
            <p:cNvPr id="14" name="Picture 13" descr="A black background with blue text&#10;&#10;AI-generated content may be incorrect.">
              <a:extLst>
                <a:ext uri="{FF2B5EF4-FFF2-40B4-BE49-F238E27FC236}">
                  <a16:creationId xmlns:a16="http://schemas.microsoft.com/office/drawing/2014/main" id="{A3DE3D0C-B6C1-F7B9-C2D6-E9561B16A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0419" y="6548284"/>
              <a:ext cx="1337972" cy="386377"/>
            </a:xfrm>
            <a:prstGeom prst="rect">
              <a:avLst/>
            </a:prstGeom>
          </p:spPr>
        </p:pic>
        <p:pic>
          <p:nvPicPr>
            <p:cNvPr id="15" name="Picture 14" descr="A black and green background with text&#10;&#10;AI-generated content may be incorrect.">
              <a:extLst>
                <a:ext uri="{FF2B5EF4-FFF2-40B4-BE49-F238E27FC236}">
                  <a16:creationId xmlns:a16="http://schemas.microsoft.com/office/drawing/2014/main" id="{1FD7EBF7-991C-2ABE-B810-2364F6247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1049" y="6590616"/>
              <a:ext cx="627297" cy="277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8653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AF533-C0A1-9040-687E-9E8EA4CCB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371600"/>
            <a:ext cx="6574536" cy="868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Conclusion/Recommendations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3A7ECAB-5446-EB8E-5D99-2CF127FFBAFC}"/>
              </a:ext>
            </a:extLst>
          </p:cNvPr>
          <p:cNvSpPr txBox="1"/>
          <p:nvPr/>
        </p:nvSpPr>
        <p:spPr>
          <a:xfrm>
            <a:off x="521208" y="2240280"/>
            <a:ext cx="6574536" cy="4057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ClrTx/>
              <a:buSzPct val="870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SatCLIP</a:t>
            </a:r>
            <a:r>
              <a:rPr lang="en-US" dirty="0">
                <a:effectLst/>
              </a:rPr>
              <a:t> embeddings can capture broad environmental patterns relevant to food insecurity.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Environmental features alone are not enough to explain multi-dimensional IPC outcomes.</a:t>
            </a:r>
          </a:p>
          <a:p>
            <a:pPr marL="0" indent="0"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b="1" dirty="0">
                <a:effectLst/>
              </a:rPr>
              <a:t>Recommendations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Use </a:t>
            </a:r>
            <a:r>
              <a:rPr lang="en-US" dirty="0" err="1">
                <a:effectLst/>
              </a:rPr>
              <a:t>SatCLIP</a:t>
            </a:r>
            <a:r>
              <a:rPr lang="en-US" dirty="0">
                <a:effectLst/>
              </a:rPr>
              <a:t> image encoder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Integrate non-environmental variables</a:t>
            </a:r>
          </a:p>
        </p:txBody>
      </p:sp>
      <p:pic>
        <p:nvPicPr>
          <p:cNvPr id="8" name="Picture 7" descr="Tractor in a field">
            <a:extLst>
              <a:ext uri="{FF2B5EF4-FFF2-40B4-BE49-F238E27FC236}">
                <a16:creationId xmlns:a16="http://schemas.microsoft.com/office/drawing/2014/main" id="{6403A18B-0770-EB91-34BF-9CD4A4E592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19" r="16587"/>
          <a:stretch>
            <a:fillRect/>
          </a:stretch>
        </p:blipFill>
        <p:spPr>
          <a:xfrm>
            <a:off x="7470648" y="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9709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4D1420A548CF4B9A1860FCC234920F" ma:contentTypeVersion="5" ma:contentTypeDescription="Ein neues Dokument erstellen." ma:contentTypeScope="" ma:versionID="239e5e40bcf1994ccbeb55a519df5db1">
  <xsd:schema xmlns:xsd="http://www.w3.org/2001/XMLSchema" xmlns:xs="http://www.w3.org/2001/XMLSchema" xmlns:p="http://schemas.microsoft.com/office/2006/metadata/properties" xmlns:ns3="65fda33b-60d6-4d20-8c92-7f04acf50fd2" targetNamespace="http://schemas.microsoft.com/office/2006/metadata/properties" ma:root="true" ma:fieldsID="9cdeb9f1894fa6124b69fb574897e48c" ns3:_="">
    <xsd:import namespace="65fda33b-60d6-4d20-8c92-7f04acf50fd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fda33b-60d6-4d20-8c92-7f04acf50fd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5fda33b-60d6-4d20-8c92-7f04acf50fd2" xsi:nil="true"/>
  </documentManagement>
</p:properties>
</file>

<file path=customXml/itemProps1.xml><?xml version="1.0" encoding="utf-8"?>
<ds:datastoreItem xmlns:ds="http://schemas.openxmlformats.org/officeDocument/2006/customXml" ds:itemID="{44E9EC90-229A-4BEA-BEB6-C50C9B000E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456AD3-46AF-4D25-93AD-E88FE6B243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fda33b-60d6-4d20-8c92-7f04acf50f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5C2886-291C-4722-ABE9-00FC66E2B5DB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65fda33b-60d6-4d20-8c92-7f04acf50fd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817</Words>
  <Application>Microsoft Office PowerPoint</Application>
  <PresentationFormat>Widescreen</PresentationFormat>
  <Paragraphs>101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Grandview Display</vt:lpstr>
      <vt:lpstr>DashVTI</vt:lpstr>
      <vt:lpstr>PREDICTING FOOD INSECURITY SEVERITY IN KENYA USING SATCLIP FOUNDATION MODEL EMBEDDINGS AND IPC PHASE DATA </vt:lpstr>
      <vt:lpstr>What are Foundation Models</vt:lpstr>
      <vt:lpstr>What are Embeddings</vt:lpstr>
      <vt:lpstr>Remote Sensing Foundation Models</vt:lpstr>
      <vt:lpstr>SatCLIP Foundation Model</vt:lpstr>
      <vt:lpstr>SatCLIP Foundation Model- neural networks</vt:lpstr>
      <vt:lpstr>Study Background :IPC</vt:lpstr>
      <vt:lpstr>Objectives</vt:lpstr>
      <vt:lpstr>PowerPoint Presentation</vt:lpstr>
      <vt:lpstr>Results: Centroids</vt:lpstr>
      <vt:lpstr>Results: Cosine Similarity HeatMap</vt:lpstr>
      <vt:lpstr>Results </vt:lpstr>
      <vt:lpstr>Models Performance Metrics: Logistic Regression</vt:lpstr>
      <vt:lpstr>Results </vt:lpstr>
      <vt:lpstr>Models Performance Metrics: Ridge Regression</vt:lpstr>
      <vt:lpstr>Models Performance Metrics: Random Forest</vt:lpstr>
      <vt:lpstr>Results </vt:lpstr>
      <vt:lpstr>Models Performance Metrics: Random Forest</vt:lpstr>
      <vt:lpstr>Limitations</vt:lpstr>
      <vt:lpstr>Conclusion/Recommendations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Muthee Mary Wangari</dc:creator>
  <cp:lastModifiedBy>Muthee Mary Wangari</cp:lastModifiedBy>
  <cp:revision>1</cp:revision>
  <dcterms:created xsi:type="dcterms:W3CDTF">2025-11-24T15:00:09Z</dcterms:created>
  <dcterms:modified xsi:type="dcterms:W3CDTF">2025-11-26T07:13:34Z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0x010100104D1420A548CF4B9A1860FCC234920F</vt:lpwstr>
  </property>
</Properties>
</file>